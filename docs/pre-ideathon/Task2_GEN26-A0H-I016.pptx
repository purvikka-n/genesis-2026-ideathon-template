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viewProps" Target="view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presProps" Target="presProps.xml" /><Relationship Id="rId5" Type="http://schemas.openxmlformats.org/officeDocument/2006/relationships/slide" Target="slides/slide4.xml" /><Relationship Id="rId10"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Header Placeholder 1">
            <a:extLst>
              <a:ext uri="{FF2B5EF4-FFF2-40B4-BE49-F238E27FC236}">
                <a16:creationId xmlns:a16="http://schemas.microsoft.com/office/drawing/2014/main" id="{1E05AB74-D545-E9C8-9547-B027D41759CB}"/>
              </a:ext>
            </a:extLst>
          </p:cNvPr>
          <p:cNvSpPr txBox="1">
            <a:spLocks noGrp="1"/>
          </p:cNvSpPr>
          <p:nvPr>
            <p:ph type="hdr" sz="quarter"/>
          </p:nvPr>
        </p:nvSpPr>
        <p:spPr>
          <a:xfrm>
            <a:off x="0" y="0"/>
            <a:ext cx="2971800" cy="611184"/>
          </a:xfrm>
          <a:prstGeom prst="rect">
            <a:avLst/>
          </a:prstGeom>
          <a:noFill/>
          <a:ln>
            <a:noFill/>
          </a:ln>
        </p:spPr>
        <p:txBody>
          <a:bodyPr vert="horz" wrap="square" lIns="91440" tIns="45720" rIns="91440" bIns="45720" anchor="t" anchorCtr="0" compatLnSpc="1">
            <a:noAutofit/>
          </a:bodyPr>
          <a:lst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1pPr>
          </a:lstStyle>
          <a:p>
            <a:pPr lvl="0"/>
            <a:endParaRPr lang="en-US"/>
          </a:p>
        </p:txBody>
      </p:sp>
      <p:sp>
        <p:nvSpPr>
          <p:cNvPr id="9" name="Date Placeholder 2">
            <a:extLst>
              <a:ext uri="{FF2B5EF4-FFF2-40B4-BE49-F238E27FC236}">
                <a16:creationId xmlns:a16="http://schemas.microsoft.com/office/drawing/2014/main" id="{3FF6FBA4-2BBA-5ACB-03BC-95A6163FFECF}"/>
              </a:ext>
            </a:extLst>
          </p:cNvPr>
          <p:cNvSpPr txBox="1">
            <a:spLocks noGrp="1"/>
          </p:cNvSpPr>
          <p:nvPr>
            <p:ph type="dt" idx="1"/>
          </p:nvPr>
        </p:nvSpPr>
        <p:spPr>
          <a:xfrm>
            <a:off x="3884608" y="0"/>
            <a:ext cx="2971800" cy="611184"/>
          </a:xfrm>
          <a:prstGeom prst="rect">
            <a:avLst/>
          </a:prstGeom>
          <a:noFill/>
          <a:ln>
            <a:noFill/>
          </a:ln>
        </p:spPr>
        <p:txBody>
          <a:bodyPr vert="horz" wrap="square" lIns="91440" tIns="45720" rIns="91440" bIns="45720" anchor="t" anchorCtr="0" compatLnSpc="1">
            <a:noAutofit/>
          </a:bodyPr>
          <a:lstStyle>
            <a:lvl1pPr marL="0" marR="0" lvl="0" indent="0" algn="r"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1pPr>
          </a:lstStyle>
          <a:p>
            <a:pPr lvl="0"/>
            <a:fld id="{A3306359-4044-4D11-A8EA-A2A9A954B098}" type="datetime1">
              <a:rPr lang="en-US"/>
              <a:pPr lvl="0"/>
              <a:t>10/9/2026</a:t>
            </a:fld>
            <a:endParaRPr lang="en-US"/>
          </a:p>
        </p:txBody>
      </p:sp>
      <p:sp>
        <p:nvSpPr>
          <p:cNvPr id="10" name="Slide Image Placeholder 3">
            <a:extLst>
              <a:ext uri="{FF2B5EF4-FFF2-40B4-BE49-F238E27FC236}">
                <a16:creationId xmlns:a16="http://schemas.microsoft.com/office/drawing/2014/main" id="{82B86AAE-6C17-3C84-7BCE-EF042AEB8644}"/>
              </a:ext>
            </a:extLst>
          </p:cNvPr>
          <p:cNvSpPr>
            <a:spLocks noGrp="1" noRot="1" noChangeAspect="1"/>
          </p:cNvSpPr>
          <p:nvPr>
            <p:ph type="sldImg" idx="2"/>
          </p:nvPr>
        </p:nvSpPr>
        <p:spPr>
          <a:xfrm>
            <a:off x="-228600" y="1524003"/>
            <a:ext cx="7315200" cy="4114800"/>
          </a:xfrm>
          <a:prstGeom prst="rect">
            <a:avLst/>
          </a:prstGeom>
          <a:noFill/>
          <a:ln w="12701">
            <a:solidFill>
              <a:srgbClr val="000000"/>
            </a:solidFill>
            <a:prstDash val="solid"/>
          </a:ln>
        </p:spPr>
      </p:sp>
      <p:sp>
        <p:nvSpPr>
          <p:cNvPr id="11" name="Notes Placeholder 4">
            <a:extLst>
              <a:ext uri="{FF2B5EF4-FFF2-40B4-BE49-F238E27FC236}">
                <a16:creationId xmlns:a16="http://schemas.microsoft.com/office/drawing/2014/main" id="{DF0B5C40-6AD3-59F5-F5CC-CB9C72A56A1D}"/>
              </a:ext>
            </a:extLst>
          </p:cNvPr>
          <p:cNvSpPr txBox="1">
            <a:spLocks noGrp="1"/>
          </p:cNvSpPr>
          <p:nvPr>
            <p:ph type="body" sz="quarter" idx="3"/>
          </p:nvPr>
        </p:nvSpPr>
        <p:spPr>
          <a:xfrm>
            <a:off x="685800" y="5867403"/>
            <a:ext cx="5486400" cy="4800600"/>
          </a:xfrm>
          <a:prstGeom prst="rect">
            <a:avLst/>
          </a:prstGeom>
          <a:noFill/>
          <a:ln>
            <a:noFill/>
          </a:ln>
        </p:spPr>
        <p:txBody>
          <a:bodyPr vert="horz" wrap="square" lIns="91440" tIns="45720" rIns="91440" bIns="45720" anchor="t" anchorCtr="0" compatLnSpc="1">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5">
            <a:extLst>
              <a:ext uri="{FF2B5EF4-FFF2-40B4-BE49-F238E27FC236}">
                <a16:creationId xmlns:a16="http://schemas.microsoft.com/office/drawing/2014/main" id="{427F17A9-56AE-68A7-7BCC-6C42FF34090E}"/>
              </a:ext>
            </a:extLst>
          </p:cNvPr>
          <p:cNvSpPr txBox="1">
            <a:spLocks noGrp="1"/>
          </p:cNvSpPr>
          <p:nvPr>
            <p:ph type="ftr" sz="quarter" idx="4"/>
          </p:nvPr>
        </p:nvSpPr>
        <p:spPr>
          <a:xfrm>
            <a:off x="0" y="11580811"/>
            <a:ext cx="2971800" cy="611184"/>
          </a:xfrm>
          <a:prstGeom prst="rect">
            <a:avLst/>
          </a:prstGeom>
          <a:noFill/>
          <a:ln>
            <a:noFill/>
          </a:ln>
        </p:spPr>
        <p:txBody>
          <a:bodyPr vert="horz" wrap="square" lIns="91440" tIns="45720" rIns="91440" bIns="45720" anchor="b" anchorCtr="0" compatLnSpc="1">
            <a:noAutofit/>
          </a:bodyPr>
          <a:lst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1pPr>
          </a:lstStyle>
          <a:p>
            <a:pPr lvl="0"/>
            <a:endParaRPr lang="en-US"/>
          </a:p>
        </p:txBody>
      </p:sp>
      <p:sp>
        <p:nvSpPr>
          <p:cNvPr id="13" name="Slide Number Placeholder 6">
            <a:extLst>
              <a:ext uri="{FF2B5EF4-FFF2-40B4-BE49-F238E27FC236}">
                <a16:creationId xmlns:a16="http://schemas.microsoft.com/office/drawing/2014/main" id="{E57C06FE-C597-CE62-5D42-B3B4943618A4}"/>
              </a:ext>
            </a:extLst>
          </p:cNvPr>
          <p:cNvSpPr txBox="1">
            <a:spLocks noGrp="1"/>
          </p:cNvSpPr>
          <p:nvPr>
            <p:ph type="sldNum" sz="quarter" idx="5"/>
          </p:nvPr>
        </p:nvSpPr>
        <p:spPr>
          <a:xfrm>
            <a:off x="3884608" y="11580811"/>
            <a:ext cx="2971800" cy="611184"/>
          </a:xfrm>
          <a:prstGeom prst="rect">
            <a:avLst/>
          </a:prstGeom>
          <a:noFill/>
          <a:ln>
            <a:noFill/>
          </a:ln>
        </p:spPr>
        <p:txBody>
          <a:bodyPr vert="horz" wrap="square" lIns="91440" tIns="45720" rIns="91440" bIns="45720" anchor="b" anchorCtr="0" compatLnSpc="1">
            <a:noAutofit/>
          </a:bodyPr>
          <a:lstStyle>
            <a:lvl1pPr marL="0" marR="0" lvl="0" indent="0" algn="r"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1pPr>
          </a:lstStyle>
          <a:p>
            <a:pPr lvl="0"/>
            <a:fld id="{17231CE5-12FE-4B8E-9A29-55C692110590}" type="slidenum">
              <a:t>‹#›</a:t>
            </a:fld>
            <a:endParaRPr lang="en-US"/>
          </a:p>
        </p:txBody>
      </p:sp>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82C4F73B-2C05-4EAD-A39E-42BCAAB2C539}" type="datetimeFigureOut">
              <a:t>10/9/2026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D2E5FCF8-7636-4231-8FC3-A8BF4D74E08B}" type="slidenum">
              <a:t>‹#›</a:t>
            </a:fld>
            <a:endParaRPr lang="en-US"/>
          </a:p>
        </p:txBody>
      </p:sp>
    </p:spTree>
    <p:extLst>
      <p:ext uri="{BB962C8B-B14F-4D97-AF65-F5344CB8AC3E}">
        <p14:creationId xmlns:p14="http://schemas.microsoft.com/office/powerpoint/2010/main" val="4130166044"/>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1pPr>
    <a:lvl2pPr marL="457200" marR="0" lvl="1"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2pPr>
    <a:lvl3pPr marL="914400" marR="0" lvl="2"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3pPr>
    <a:lvl4pPr marL="1371600" marR="0" lvl="3"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4pPr>
    <a:lvl5pPr marL="1828800" marR="0" lvl="4" indent="0" algn="l" defTabSz="914400" rtl="0" fontAlgn="auto" hangingPunct="1">
      <a:lnSpc>
        <a:spcPct val="100000"/>
      </a:lnSpc>
      <a:spcBef>
        <a:spcPts val="0"/>
      </a:spcBef>
      <a:spcAft>
        <a:spcPts val="0"/>
      </a:spcAft>
      <a:buNone/>
      <a:tabLst/>
      <a:defRPr lang="en-US" sz="1200" b="0" i="0" u="none" strike="noStrike" kern="1200" cap="none" spc="0" baseline="0">
        <a:solidFill>
          <a:srgbClr val="000000"/>
        </a:solidFill>
        <a:uFillTx/>
        <a:latin typeface="Apto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902BE-CFB6-685E-FAF0-61E410A1E922}"/>
              </a:ext>
            </a:extLst>
          </p:cNvPr>
          <p:cNvSpPr>
            <a:spLocks noGrp="1" noRot="1" noChangeAspect="1"/>
          </p:cNvSpPr>
          <p:nvPr>
            <p:ph type="sldImg"/>
          </p:nvPr>
        </p:nvSpPr>
        <p:spPr>
          <a:xfrm>
            <a:off x="-228600" y="1524003"/>
            <a:ext cx="7315200" cy="4114800"/>
          </a:xfrm>
          <a:noFill/>
          <a:ln w="12701">
            <a:solidFill>
              <a:srgbClr val="000000"/>
            </a:solidFill>
            <a:prstDash val="solid"/>
          </a:ln>
        </p:spPr>
      </p:sp>
      <p:sp>
        <p:nvSpPr>
          <p:cNvPr id="3" name="Notes Placeholder 2">
            <a:extLst>
              <a:ext uri="{FF2B5EF4-FFF2-40B4-BE49-F238E27FC236}">
                <a16:creationId xmlns:a16="http://schemas.microsoft.com/office/drawing/2014/main" id="{E5114EB7-1561-F752-0CCD-7C30FB176E42}"/>
              </a:ext>
            </a:extLst>
          </p:cNvPr>
          <p:cNvSpPr txBox="1">
            <a:spLocks noGrp="1"/>
          </p:cNvSpPr>
          <p:nvPr>
            <p:ph type="body" sz="quarter" idx="1"/>
          </p:nvPr>
        </p:nvSpPr>
        <p:spPr>
          <a:xfrm>
            <a:off x="685800" y="5867403"/>
            <a:ext cx="5486400" cy="4800600"/>
          </a:xfrm>
          <a:noFill/>
          <a:ln>
            <a:noFill/>
          </a:ln>
        </p:spPr>
        <p:txBody>
          <a:bodyPr wrap="square" anchor="t" anchorCtr="0" compatLnSpc="1">
            <a:noAutofit/>
          </a:bodyPr>
          <a:lstStyle/>
          <a:p>
            <a:endParaRPr lang="en-US"/>
          </a:p>
        </p:txBody>
      </p:sp>
      <p:sp>
        <p:nvSpPr>
          <p:cNvPr id="4" name="Slide Number Placeholder 3">
            <a:extLst>
              <a:ext uri="{FF2B5EF4-FFF2-40B4-BE49-F238E27FC236}">
                <a16:creationId xmlns:a16="http://schemas.microsoft.com/office/drawing/2014/main" id="{52EDF2A9-2E31-878C-49FF-FA8001901106}"/>
              </a:ext>
            </a:extLst>
          </p:cNvPr>
          <p:cNvSpPr txBox="1">
            <a:spLocks noGrp="1"/>
          </p:cNvSpPr>
          <p:nvPr/>
        </p:nvSpPr>
        <p:spPr>
          <a:xfrm>
            <a:off x="3884608" y="11580811"/>
            <a:ext cx="2971800" cy="611184"/>
          </a:xfrm>
          <a:prstGeom prst="rect">
            <a:avLst/>
          </a:prstGeom>
          <a:noFill/>
          <a:ln/>
        </p:spPr>
        <p:txBody>
          <a:bodyPr vert="horz" wrap="square" lIns="91440" tIns="45720" rIns="91440" bIns="45720" anchor="b"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28440E-5089-457D-8EE7-78D71B835E6E}" type="slidenum">
              <a:rPr kumimoji="0" lang="en-US" sz="1200" b="0" i="0" u="none" strike="noStrike" kern="1200" cap="none" spc="0" normalizeH="0" baseline="0" noProof="0" smtClean="0">
                <a:ln>
                  <a:noFill/>
                </a:ln>
                <a:solidFill>
                  <a:srgbClr val="000000"/>
                </a:solidFill>
                <a:effectLst/>
                <a:uLnTx/>
                <a:uFillTx/>
                <a:latin typeface="Apto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EE8E2E-7144-7261-7EA6-B0A54F5822FE}"/>
              </a:ext>
            </a:extLst>
          </p:cNvPr>
          <p:cNvSpPr>
            <a:spLocks noGrp="1" noRot="1" noChangeAspect="1"/>
          </p:cNvSpPr>
          <p:nvPr>
            <p:ph type="sldImg"/>
          </p:nvPr>
        </p:nvSpPr>
        <p:spPr>
          <a:xfrm>
            <a:off x="-228600" y="1524000"/>
            <a:ext cx="7315200" cy="4114800"/>
          </a:xfrm>
          <a:noFill/>
          <a:ln w="12701">
            <a:solidFill>
              <a:srgbClr val="000000"/>
            </a:solidFill>
            <a:prstDash val="solid"/>
          </a:ln>
        </p:spPr>
      </p:sp>
      <p:sp>
        <p:nvSpPr>
          <p:cNvPr id="3" name="Notes Placeholder 2">
            <a:extLst>
              <a:ext uri="{FF2B5EF4-FFF2-40B4-BE49-F238E27FC236}">
                <a16:creationId xmlns:a16="http://schemas.microsoft.com/office/drawing/2014/main" id="{4DFC3053-756B-1FD1-3FE3-01567B33AE37}"/>
              </a:ext>
            </a:extLst>
          </p:cNvPr>
          <p:cNvSpPr txBox="1">
            <a:spLocks noGrp="1"/>
          </p:cNvSpPr>
          <p:nvPr>
            <p:ph type="body" sz="quarter" idx="1"/>
          </p:nvPr>
        </p:nvSpPr>
        <p:spPr>
          <a:xfrm>
            <a:off x="685800" y="5867403"/>
            <a:ext cx="5486400" cy="4800600"/>
          </a:xfrm>
          <a:noFill/>
          <a:ln>
            <a:noFill/>
          </a:ln>
        </p:spPr>
        <p:txBody>
          <a:bodyPr wrap="square" anchor="t" anchorCtr="0" compatLnSpc="1">
            <a:noAutofit/>
          </a:bodyPr>
          <a:lstStyle/>
          <a:p>
            <a:endParaRPr lang="en-US"/>
          </a:p>
        </p:txBody>
      </p:sp>
      <p:sp>
        <p:nvSpPr>
          <p:cNvPr id="4" name="Slide Number Placeholder 3">
            <a:extLst>
              <a:ext uri="{FF2B5EF4-FFF2-40B4-BE49-F238E27FC236}">
                <a16:creationId xmlns:a16="http://schemas.microsoft.com/office/drawing/2014/main" id="{2C17924E-B7DD-B66E-ECA3-BB44C0F98887}"/>
              </a:ext>
            </a:extLst>
          </p:cNvPr>
          <p:cNvSpPr txBox="1">
            <a:spLocks noGrp="1"/>
          </p:cNvSpPr>
          <p:nvPr/>
        </p:nvSpPr>
        <p:spPr>
          <a:xfrm>
            <a:off x="3884608" y="11580811"/>
            <a:ext cx="2971800" cy="611184"/>
          </a:xfrm>
          <a:prstGeom prst="rect">
            <a:avLst/>
          </a:prstGeom>
          <a:noFill/>
          <a:ln/>
        </p:spPr>
        <p:txBody>
          <a:bodyPr vert="horz" wrap="square" lIns="91440" tIns="45720" rIns="91440" bIns="45720" anchor="b"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8BC7EA-02B8-480A-BD11-83F24A2CE680}" type="slidenum">
              <a:rPr kumimoji="0" lang="en-US" sz="1200" b="0" i="0" u="none" strike="noStrike" kern="1200" cap="none" spc="0" normalizeH="0" baseline="0" noProof="0" smtClean="0">
                <a:ln>
                  <a:noFill/>
                </a:ln>
                <a:solidFill>
                  <a:srgbClr val="000000"/>
                </a:solidFill>
                <a:effectLst/>
                <a:uLnTx/>
                <a:uFillTx/>
                <a:latin typeface="Apto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833E56-CDCA-4771-C21F-723D8EEEDC19}"/>
              </a:ext>
            </a:extLst>
          </p:cNvPr>
          <p:cNvSpPr>
            <a:spLocks noGrp="1" noRot="1" noChangeAspect="1"/>
          </p:cNvSpPr>
          <p:nvPr>
            <p:ph type="sldImg"/>
          </p:nvPr>
        </p:nvSpPr>
        <p:spPr>
          <a:xfrm>
            <a:off x="-228600" y="1524000"/>
            <a:ext cx="7315200" cy="4114800"/>
          </a:xfrm>
          <a:noFill/>
          <a:ln w="12701">
            <a:solidFill>
              <a:srgbClr val="000000"/>
            </a:solidFill>
            <a:prstDash val="solid"/>
          </a:ln>
        </p:spPr>
      </p:sp>
      <p:sp>
        <p:nvSpPr>
          <p:cNvPr id="3" name="Notes Placeholder 2">
            <a:extLst>
              <a:ext uri="{FF2B5EF4-FFF2-40B4-BE49-F238E27FC236}">
                <a16:creationId xmlns:a16="http://schemas.microsoft.com/office/drawing/2014/main" id="{6FC182D0-0996-17D9-13DE-DAC2ADC788CB}"/>
              </a:ext>
            </a:extLst>
          </p:cNvPr>
          <p:cNvSpPr txBox="1">
            <a:spLocks noGrp="1"/>
          </p:cNvSpPr>
          <p:nvPr>
            <p:ph type="body" sz="quarter" idx="1"/>
          </p:nvPr>
        </p:nvSpPr>
        <p:spPr>
          <a:xfrm>
            <a:off x="685800" y="5867403"/>
            <a:ext cx="5486400" cy="4800600"/>
          </a:xfrm>
          <a:noFill/>
          <a:ln>
            <a:noFill/>
          </a:ln>
        </p:spPr>
        <p:txBody>
          <a:bodyPr wrap="square" anchor="t" anchorCtr="0" compatLnSpc="1">
            <a:noAutofit/>
          </a:bodyPr>
          <a:lstStyle/>
          <a:p>
            <a:endParaRPr lang="en-US"/>
          </a:p>
        </p:txBody>
      </p:sp>
      <p:sp>
        <p:nvSpPr>
          <p:cNvPr id="4" name="Slide Number Placeholder 3">
            <a:extLst>
              <a:ext uri="{FF2B5EF4-FFF2-40B4-BE49-F238E27FC236}">
                <a16:creationId xmlns:a16="http://schemas.microsoft.com/office/drawing/2014/main" id="{BB5ACBF5-F447-D906-3D43-49F8DD553CEB}"/>
              </a:ext>
            </a:extLst>
          </p:cNvPr>
          <p:cNvSpPr txBox="1">
            <a:spLocks noGrp="1"/>
          </p:cNvSpPr>
          <p:nvPr/>
        </p:nvSpPr>
        <p:spPr>
          <a:xfrm>
            <a:off x="3884608" y="11580811"/>
            <a:ext cx="2971800" cy="611184"/>
          </a:xfrm>
          <a:prstGeom prst="rect">
            <a:avLst/>
          </a:prstGeom>
          <a:noFill/>
          <a:ln/>
        </p:spPr>
        <p:txBody>
          <a:bodyPr vert="horz" wrap="square" lIns="91440" tIns="45720" rIns="91440" bIns="45720" anchor="b"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BD15E06-BBB4-4049-B989-AC04979DDF31}" type="slidenum">
              <a:rPr kumimoji="0" lang="en-US" sz="1200" b="0" i="0" u="none" strike="noStrike" kern="1200" cap="none" spc="0" normalizeH="0" baseline="0" noProof="0" smtClean="0">
                <a:ln>
                  <a:noFill/>
                </a:ln>
                <a:solidFill>
                  <a:srgbClr val="000000"/>
                </a:solidFill>
                <a:effectLst/>
                <a:uLnTx/>
                <a:uFillTx/>
                <a:latin typeface="Apto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3D061-0309-BBFC-8BA5-C620BBDC8A89}"/>
              </a:ext>
            </a:extLst>
          </p:cNvPr>
          <p:cNvSpPr>
            <a:spLocks noGrp="1" noRot="1" noChangeAspect="1"/>
          </p:cNvSpPr>
          <p:nvPr>
            <p:ph type="sldImg"/>
          </p:nvPr>
        </p:nvSpPr>
        <p:spPr>
          <a:xfrm>
            <a:off x="-228600" y="1524000"/>
            <a:ext cx="7315200" cy="4114800"/>
          </a:xfrm>
          <a:noFill/>
          <a:ln w="12701">
            <a:solidFill>
              <a:srgbClr val="000000"/>
            </a:solidFill>
            <a:prstDash val="solid"/>
          </a:ln>
        </p:spPr>
      </p:sp>
      <p:sp>
        <p:nvSpPr>
          <p:cNvPr id="3" name="Notes Placeholder 2">
            <a:extLst>
              <a:ext uri="{FF2B5EF4-FFF2-40B4-BE49-F238E27FC236}">
                <a16:creationId xmlns:a16="http://schemas.microsoft.com/office/drawing/2014/main" id="{7E6E2771-18F0-304B-E3E2-ACD74E7ED160}"/>
              </a:ext>
            </a:extLst>
          </p:cNvPr>
          <p:cNvSpPr txBox="1">
            <a:spLocks noGrp="1"/>
          </p:cNvSpPr>
          <p:nvPr>
            <p:ph type="body" sz="quarter" idx="1"/>
          </p:nvPr>
        </p:nvSpPr>
        <p:spPr>
          <a:xfrm>
            <a:off x="685800" y="5867403"/>
            <a:ext cx="5486400" cy="4800600"/>
          </a:xfrm>
          <a:noFill/>
          <a:ln>
            <a:noFill/>
          </a:ln>
        </p:spPr>
        <p:txBody>
          <a:bodyPr wrap="square" anchor="t" anchorCtr="0" compatLnSpc="1">
            <a:noAutofit/>
          </a:bodyPr>
          <a:lstStyle/>
          <a:p>
            <a:endParaRPr lang="en-US"/>
          </a:p>
        </p:txBody>
      </p:sp>
      <p:sp>
        <p:nvSpPr>
          <p:cNvPr id="4" name="Slide Number Placeholder 3">
            <a:extLst>
              <a:ext uri="{FF2B5EF4-FFF2-40B4-BE49-F238E27FC236}">
                <a16:creationId xmlns:a16="http://schemas.microsoft.com/office/drawing/2014/main" id="{4030AF53-D19F-5BDB-C632-D3550A32B589}"/>
              </a:ext>
            </a:extLst>
          </p:cNvPr>
          <p:cNvSpPr txBox="1">
            <a:spLocks noGrp="1"/>
          </p:cNvSpPr>
          <p:nvPr/>
        </p:nvSpPr>
        <p:spPr>
          <a:xfrm>
            <a:off x="3884608" y="11580811"/>
            <a:ext cx="2971800" cy="611184"/>
          </a:xfrm>
          <a:prstGeom prst="rect">
            <a:avLst/>
          </a:prstGeom>
          <a:noFill/>
          <a:ln/>
        </p:spPr>
        <p:txBody>
          <a:bodyPr vert="horz" wrap="square" lIns="91440" tIns="45720" rIns="91440" bIns="45720" anchor="b"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1CD1C6E-743E-4B85-B7B5-634FAE9FAB87}" type="slidenum">
              <a:rPr kumimoji="0" lang="en-US" sz="1200" b="0" i="0" u="none" strike="noStrike" kern="1200" cap="none" spc="0" normalizeH="0" baseline="0" noProof="0" smtClean="0">
                <a:ln>
                  <a:noFill/>
                </a:ln>
                <a:solidFill>
                  <a:srgbClr val="000000"/>
                </a:solidFill>
                <a:effectLst/>
                <a:uLnTx/>
                <a:uFillTx/>
                <a:latin typeface="Apto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A3ADBD-EC22-E4C5-DEBE-27C0551F8CB2}"/>
              </a:ext>
            </a:extLst>
          </p:cNvPr>
          <p:cNvSpPr>
            <a:spLocks noGrp="1" noRot="1" noChangeAspect="1"/>
          </p:cNvSpPr>
          <p:nvPr>
            <p:ph type="sldImg"/>
          </p:nvPr>
        </p:nvSpPr>
        <p:spPr>
          <a:xfrm>
            <a:off x="-228600" y="1524000"/>
            <a:ext cx="7315200" cy="4114800"/>
          </a:xfrm>
          <a:noFill/>
          <a:ln w="12701">
            <a:solidFill>
              <a:srgbClr val="000000"/>
            </a:solidFill>
            <a:prstDash val="solid"/>
          </a:ln>
        </p:spPr>
      </p:sp>
      <p:sp>
        <p:nvSpPr>
          <p:cNvPr id="3" name="Notes Placeholder 2">
            <a:extLst>
              <a:ext uri="{FF2B5EF4-FFF2-40B4-BE49-F238E27FC236}">
                <a16:creationId xmlns:a16="http://schemas.microsoft.com/office/drawing/2014/main" id="{34B01CE2-0F28-2A5A-C489-E90A6C8DC3FE}"/>
              </a:ext>
            </a:extLst>
          </p:cNvPr>
          <p:cNvSpPr txBox="1">
            <a:spLocks noGrp="1"/>
          </p:cNvSpPr>
          <p:nvPr>
            <p:ph type="body" sz="quarter" idx="1"/>
          </p:nvPr>
        </p:nvSpPr>
        <p:spPr>
          <a:xfrm>
            <a:off x="685800" y="5867403"/>
            <a:ext cx="5486400" cy="4800600"/>
          </a:xfrm>
          <a:noFill/>
          <a:ln>
            <a:noFill/>
          </a:ln>
        </p:spPr>
        <p:txBody>
          <a:bodyPr wrap="square" anchor="t" anchorCtr="0" compatLnSpc="1">
            <a:noAutofit/>
          </a:bodyPr>
          <a:lstStyle/>
          <a:p>
            <a:endParaRPr lang="en-US"/>
          </a:p>
        </p:txBody>
      </p:sp>
      <p:sp>
        <p:nvSpPr>
          <p:cNvPr id="4" name="Slide Number Placeholder 3">
            <a:extLst>
              <a:ext uri="{FF2B5EF4-FFF2-40B4-BE49-F238E27FC236}">
                <a16:creationId xmlns:a16="http://schemas.microsoft.com/office/drawing/2014/main" id="{302232C3-B4F2-3A3E-47D2-4CA8FF86B6D8}"/>
              </a:ext>
            </a:extLst>
          </p:cNvPr>
          <p:cNvSpPr txBox="1">
            <a:spLocks noGrp="1"/>
          </p:cNvSpPr>
          <p:nvPr/>
        </p:nvSpPr>
        <p:spPr>
          <a:xfrm>
            <a:off x="3884608" y="11580811"/>
            <a:ext cx="2971800" cy="611184"/>
          </a:xfrm>
          <a:prstGeom prst="rect">
            <a:avLst/>
          </a:prstGeom>
          <a:noFill/>
          <a:ln/>
        </p:spPr>
        <p:txBody>
          <a:bodyPr vert="horz" wrap="square" lIns="91440" tIns="45720" rIns="91440" bIns="45720" anchor="b"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A52D4F0-5438-46DD-9390-33353CA90D56}" type="slidenum">
              <a:rPr kumimoji="0" lang="en-US" sz="1200" b="0" i="0" u="none" strike="noStrike" kern="1200" cap="none" spc="0" normalizeH="0" baseline="0" noProof="0" smtClean="0">
                <a:ln>
                  <a:noFill/>
                </a:ln>
                <a:solidFill>
                  <a:srgbClr val="000000"/>
                </a:solidFill>
                <a:effectLst/>
                <a:uLnTx/>
                <a:uFillTx/>
                <a:latin typeface="Apto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5B9D94-E737-6A3A-68DF-1257FF2D2D2D}"/>
              </a:ext>
            </a:extLst>
          </p:cNvPr>
          <p:cNvSpPr>
            <a:spLocks noGrp="1" noRot="1" noChangeAspect="1"/>
          </p:cNvSpPr>
          <p:nvPr>
            <p:ph type="sldImg"/>
          </p:nvPr>
        </p:nvSpPr>
        <p:spPr>
          <a:xfrm>
            <a:off x="-228600" y="1524000"/>
            <a:ext cx="7315200" cy="4114800"/>
          </a:xfrm>
          <a:noFill/>
          <a:ln w="12701">
            <a:solidFill>
              <a:srgbClr val="000000"/>
            </a:solidFill>
            <a:prstDash val="solid"/>
          </a:ln>
        </p:spPr>
      </p:sp>
      <p:sp>
        <p:nvSpPr>
          <p:cNvPr id="3" name="Notes Placeholder 2">
            <a:extLst>
              <a:ext uri="{FF2B5EF4-FFF2-40B4-BE49-F238E27FC236}">
                <a16:creationId xmlns:a16="http://schemas.microsoft.com/office/drawing/2014/main" id="{F726AC00-E9EC-686C-45B8-686E75E190E8}"/>
              </a:ext>
            </a:extLst>
          </p:cNvPr>
          <p:cNvSpPr txBox="1">
            <a:spLocks noGrp="1"/>
          </p:cNvSpPr>
          <p:nvPr>
            <p:ph type="body" sz="quarter" idx="1"/>
          </p:nvPr>
        </p:nvSpPr>
        <p:spPr>
          <a:xfrm>
            <a:off x="685800" y="5867403"/>
            <a:ext cx="5486400" cy="4800600"/>
          </a:xfrm>
          <a:noFill/>
          <a:ln>
            <a:noFill/>
          </a:ln>
        </p:spPr>
        <p:txBody>
          <a:bodyPr wrap="square" anchor="t" anchorCtr="0" compatLnSpc="1">
            <a:noAutofit/>
          </a:bodyPr>
          <a:lstStyle/>
          <a:p>
            <a:endParaRPr lang="en-US"/>
          </a:p>
        </p:txBody>
      </p:sp>
      <p:sp>
        <p:nvSpPr>
          <p:cNvPr id="4" name="Slide Number Placeholder 3">
            <a:extLst>
              <a:ext uri="{FF2B5EF4-FFF2-40B4-BE49-F238E27FC236}">
                <a16:creationId xmlns:a16="http://schemas.microsoft.com/office/drawing/2014/main" id="{D2023501-B489-9148-B160-7D607FB0A8FB}"/>
              </a:ext>
            </a:extLst>
          </p:cNvPr>
          <p:cNvSpPr txBox="1">
            <a:spLocks noGrp="1"/>
          </p:cNvSpPr>
          <p:nvPr/>
        </p:nvSpPr>
        <p:spPr>
          <a:xfrm>
            <a:off x="3884608" y="11580811"/>
            <a:ext cx="2971800" cy="611184"/>
          </a:xfrm>
          <a:prstGeom prst="rect">
            <a:avLst/>
          </a:prstGeom>
          <a:noFill/>
          <a:ln/>
        </p:spPr>
        <p:txBody>
          <a:bodyPr vert="horz" wrap="square" lIns="91440" tIns="45720" rIns="91440" bIns="45720" anchor="b"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50FBDE-AF17-44C7-88E1-28A8634390BB}" type="slidenum">
              <a:rPr kumimoji="0" lang="en-US" sz="1200" b="0" i="0" u="none" strike="noStrike" kern="1200" cap="none" spc="0" normalizeH="0" baseline="0" noProof="0" smtClean="0">
                <a:ln>
                  <a:noFill/>
                </a:ln>
                <a:solidFill>
                  <a:srgbClr val="000000"/>
                </a:solidFill>
                <a:effectLst/>
                <a:uLnTx/>
                <a:uFillTx/>
                <a:latin typeface="Apto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A389FF-1E6E-05EA-6C39-EF65230FEACA}"/>
              </a:ext>
            </a:extLst>
          </p:cNvPr>
          <p:cNvSpPr>
            <a:spLocks noGrp="1" noRot="1" noChangeAspect="1"/>
          </p:cNvSpPr>
          <p:nvPr>
            <p:ph type="sldImg"/>
          </p:nvPr>
        </p:nvSpPr>
        <p:spPr>
          <a:xfrm>
            <a:off x="-228600" y="1524000"/>
            <a:ext cx="7315200" cy="4114800"/>
          </a:xfrm>
          <a:noFill/>
          <a:ln w="12701">
            <a:solidFill>
              <a:srgbClr val="000000"/>
            </a:solidFill>
            <a:prstDash val="solid"/>
          </a:ln>
        </p:spPr>
      </p:sp>
      <p:sp>
        <p:nvSpPr>
          <p:cNvPr id="3" name="Notes Placeholder 2">
            <a:extLst>
              <a:ext uri="{FF2B5EF4-FFF2-40B4-BE49-F238E27FC236}">
                <a16:creationId xmlns:a16="http://schemas.microsoft.com/office/drawing/2014/main" id="{313B584F-AB3E-00D5-C9E8-453239620DB9}"/>
              </a:ext>
            </a:extLst>
          </p:cNvPr>
          <p:cNvSpPr txBox="1">
            <a:spLocks noGrp="1"/>
          </p:cNvSpPr>
          <p:nvPr>
            <p:ph type="body" sz="quarter" idx="1"/>
          </p:nvPr>
        </p:nvSpPr>
        <p:spPr>
          <a:xfrm>
            <a:off x="685800" y="5867403"/>
            <a:ext cx="5486400" cy="4800600"/>
          </a:xfrm>
          <a:noFill/>
          <a:ln>
            <a:noFill/>
          </a:ln>
        </p:spPr>
        <p:txBody>
          <a:bodyPr wrap="square" anchor="t" anchorCtr="0" compatLnSpc="1">
            <a:noAutofit/>
          </a:bodyPr>
          <a:lstStyle/>
          <a:p>
            <a:endParaRPr lang="en-US"/>
          </a:p>
        </p:txBody>
      </p:sp>
      <p:sp>
        <p:nvSpPr>
          <p:cNvPr id="4" name="Slide Number Placeholder 3">
            <a:extLst>
              <a:ext uri="{FF2B5EF4-FFF2-40B4-BE49-F238E27FC236}">
                <a16:creationId xmlns:a16="http://schemas.microsoft.com/office/drawing/2014/main" id="{110F0E6D-B9E4-3000-43F4-D178E13FC9FD}"/>
              </a:ext>
            </a:extLst>
          </p:cNvPr>
          <p:cNvSpPr txBox="1">
            <a:spLocks noGrp="1"/>
          </p:cNvSpPr>
          <p:nvPr/>
        </p:nvSpPr>
        <p:spPr>
          <a:xfrm>
            <a:off x="3884608" y="11580811"/>
            <a:ext cx="2971800" cy="611184"/>
          </a:xfrm>
          <a:prstGeom prst="rect">
            <a:avLst/>
          </a:prstGeom>
          <a:noFill/>
          <a:ln/>
        </p:spPr>
        <p:txBody>
          <a:bodyPr vert="horz" wrap="square" lIns="91440" tIns="45720" rIns="91440" bIns="45720" anchor="b"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8A18F2-7F4B-42E2-BC99-B79B45504DFB}" type="slidenum">
              <a:rPr kumimoji="0" lang="en-US" sz="1200" b="0" i="0" u="none" strike="noStrike" kern="1200" cap="none" spc="0" normalizeH="0" baseline="0" noProof="0" smtClean="0">
                <a:ln>
                  <a:noFill/>
                </a:ln>
                <a:solidFill>
                  <a:srgbClr val="000000"/>
                </a:solidFill>
                <a:effectLst/>
                <a:uLnTx/>
                <a:uFillTx/>
                <a:latin typeface="Apto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CA12DF-4AB2-7D7B-5572-0FA33BF59088}"/>
              </a:ext>
            </a:extLst>
          </p:cNvPr>
          <p:cNvSpPr>
            <a:spLocks noGrp="1" noRot="1" noChangeAspect="1"/>
          </p:cNvSpPr>
          <p:nvPr>
            <p:ph type="sldImg"/>
          </p:nvPr>
        </p:nvSpPr>
        <p:spPr>
          <a:xfrm>
            <a:off x="-228600" y="1524000"/>
            <a:ext cx="7315200" cy="4114800"/>
          </a:xfrm>
          <a:noFill/>
          <a:ln w="12701">
            <a:solidFill>
              <a:srgbClr val="000000"/>
            </a:solidFill>
            <a:prstDash val="solid"/>
          </a:ln>
        </p:spPr>
      </p:sp>
      <p:sp>
        <p:nvSpPr>
          <p:cNvPr id="3" name="Notes Placeholder 2">
            <a:extLst>
              <a:ext uri="{FF2B5EF4-FFF2-40B4-BE49-F238E27FC236}">
                <a16:creationId xmlns:a16="http://schemas.microsoft.com/office/drawing/2014/main" id="{6031304C-2EA7-A072-9D8F-03A08DB6E5A2}"/>
              </a:ext>
            </a:extLst>
          </p:cNvPr>
          <p:cNvSpPr txBox="1">
            <a:spLocks noGrp="1"/>
          </p:cNvSpPr>
          <p:nvPr>
            <p:ph type="body" sz="quarter" idx="1"/>
          </p:nvPr>
        </p:nvSpPr>
        <p:spPr>
          <a:xfrm>
            <a:off x="685800" y="5867403"/>
            <a:ext cx="5486400" cy="4800600"/>
          </a:xfrm>
          <a:noFill/>
          <a:ln>
            <a:noFill/>
          </a:ln>
        </p:spPr>
        <p:txBody>
          <a:bodyPr wrap="square" anchor="t" anchorCtr="0" compatLnSpc="1">
            <a:noAutofit/>
          </a:bodyPr>
          <a:lstStyle/>
          <a:p>
            <a:endParaRPr lang="en-US"/>
          </a:p>
        </p:txBody>
      </p:sp>
      <p:sp>
        <p:nvSpPr>
          <p:cNvPr id="4" name="Slide Number Placeholder 3">
            <a:extLst>
              <a:ext uri="{FF2B5EF4-FFF2-40B4-BE49-F238E27FC236}">
                <a16:creationId xmlns:a16="http://schemas.microsoft.com/office/drawing/2014/main" id="{401FA7D7-CB79-626B-BC89-55A1AA17F9DF}"/>
              </a:ext>
            </a:extLst>
          </p:cNvPr>
          <p:cNvSpPr txBox="1">
            <a:spLocks noGrp="1"/>
          </p:cNvSpPr>
          <p:nvPr/>
        </p:nvSpPr>
        <p:spPr>
          <a:xfrm>
            <a:off x="3884608" y="11580811"/>
            <a:ext cx="2971800" cy="611184"/>
          </a:xfrm>
          <a:prstGeom prst="rect">
            <a:avLst/>
          </a:prstGeom>
          <a:noFill/>
          <a:ln/>
        </p:spPr>
        <p:txBody>
          <a:bodyPr vert="horz" wrap="square" lIns="91440" tIns="45720" rIns="91440" bIns="45720" anchor="b" anchorCtr="0" compatLnSpc="1">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A8C5EF4-1049-45A8-9A32-506D904813F1}" type="slidenum">
              <a:rPr kumimoji="0" lang="en-US" sz="1200" b="0" i="0" u="none" strike="noStrike" kern="1200" cap="none" spc="0" normalizeH="0" baseline="0" noProof="0" smtClean="0">
                <a:ln>
                  <a:noFill/>
                </a:ln>
                <a:solidFill>
                  <a:srgbClr val="000000"/>
                </a:solidFill>
                <a:effectLst/>
                <a:uLnTx/>
                <a:uFillTx/>
                <a:latin typeface="Apto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srgbClr val="000000"/>
              </a:solidFill>
              <a:effectLst/>
              <a:uLnTx/>
              <a:uFillTx/>
              <a:latin typeface="Aptos"/>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221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rgbClr val="052B3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106357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rgbClr val="F3F8F5"/>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32E69CD-869E-0717-8C06-94469CDFBC26}"/>
              </a:ext>
            </a:extLst>
          </p:cNvPr>
          <p:cNvSpPr/>
          <p:nvPr/>
        </p:nvSpPr>
        <p:spPr>
          <a:xfrm>
            <a:off x="10911535" y="320040"/>
            <a:ext cx="822960" cy="822960"/>
          </a:xfrm>
          <a:custGeom>
            <a:avLst>
              <a:gd name="f0" fmla="val 288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9528" cap="flat">
            <a:solidFill>
              <a:srgbClr val="D3E6DD"/>
            </a:solidFill>
            <a:prstDash val="solid"/>
            <a:miter/>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E2A2F"/>
              </a:solidFill>
              <a:uFillTx/>
              <a:latin typeface="Calibri"/>
            </a:endParaRPr>
          </a:p>
        </p:txBody>
      </p:sp>
      <p:pic>
        <p:nvPicPr>
          <p:cNvPr id="3" name="Image 0" descr="Genesis logo">
            <a:extLst>
              <a:ext uri="{FF2B5EF4-FFF2-40B4-BE49-F238E27FC236}">
                <a16:creationId xmlns:a16="http://schemas.microsoft.com/office/drawing/2014/main" id="{41C9BBB8-2F64-6C62-E05D-D4F9A079DC37}"/>
              </a:ext>
            </a:extLst>
          </p:cNvPr>
          <p:cNvPicPr>
            <a:picLocks noChangeAspect="1"/>
          </p:cNvPicPr>
          <p:nvPr/>
        </p:nvPicPr>
        <p:blipFill>
          <a:blip r:embed="rId2"/>
          <a:stretch>
            <a:fillRect/>
          </a:stretch>
        </p:blipFill>
        <p:spPr>
          <a:xfrm>
            <a:off x="11055946" y="384048"/>
            <a:ext cx="534128" cy="694944"/>
          </a:xfrm>
          <a:prstGeom prst="rect">
            <a:avLst/>
          </a:prstGeom>
          <a:noFill/>
          <a:ln cap="flat">
            <a:noFill/>
          </a:ln>
        </p:spPr>
      </p:pic>
      <p:sp>
        <p:nvSpPr>
          <p:cNvPr id="4" name="Shape 1">
            <a:extLst>
              <a:ext uri="{FF2B5EF4-FFF2-40B4-BE49-F238E27FC236}">
                <a16:creationId xmlns:a16="http://schemas.microsoft.com/office/drawing/2014/main" id="{24BA0ECF-0B7F-BDAE-545C-E2E9FD6CB009}"/>
              </a:ext>
            </a:extLst>
          </p:cNvPr>
          <p:cNvSpPr/>
          <p:nvPr/>
        </p:nvSpPr>
        <p:spPr>
          <a:xfrm>
            <a:off x="0" y="6355080"/>
            <a:ext cx="12191695" cy="502920"/>
          </a:xfrm>
          <a:prstGeom prst="rect">
            <a:avLst/>
          </a:prstGeom>
          <a:solidFill>
            <a:srgbClr val="052B35"/>
          </a:solidFill>
          <a:ln cap="flat">
            <a:noFill/>
            <a:prstDash val="solid"/>
          </a:ln>
        </p:spPr>
        <p:txBody>
          <a:bodyPr lIns="0" tIns="0" rIns="0" bIns="0"/>
          <a:lstStyle/>
          <a:p>
            <a:endParaRPr lang="en-US"/>
          </a:p>
        </p:txBody>
      </p:sp>
      <p:sp>
        <p:nvSpPr>
          <p:cNvPr id="5" name="Text 2">
            <a:extLst>
              <a:ext uri="{FF2B5EF4-FFF2-40B4-BE49-F238E27FC236}">
                <a16:creationId xmlns:a16="http://schemas.microsoft.com/office/drawing/2014/main" id="{340580F0-51A4-C140-4D63-FD089ACD2AD9}"/>
              </a:ext>
            </a:extLst>
          </p:cNvPr>
          <p:cNvSpPr/>
          <p:nvPr/>
        </p:nvSpPr>
        <p:spPr>
          <a:xfrm>
            <a:off x="2286000" y="6355080"/>
            <a:ext cx="7619695" cy="502920"/>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0" cap="none" spc="100" baseline="0">
                <a:solidFill>
                  <a:srgbClr val="D3E6DD"/>
                </a:solidFill>
                <a:uFillTx/>
                <a:latin typeface="Calibri"/>
              </a:rPr>
              <a:t>Genesis Ideathon – Pre-Ideathon Template</a:t>
            </a:r>
            <a:endParaRPr lang="en-US" sz="1050" b="0" i="0" u="none" strike="noStrike" kern="1200" cap="none" spc="0" baseline="0">
              <a:solidFill>
                <a:srgbClr val="0E2A2F"/>
              </a:solidFill>
              <a:uFillTx/>
              <a:latin typeface="Calibri"/>
            </a:endParaRPr>
          </a:p>
        </p:txBody>
      </p:sp>
      <p:sp>
        <p:nvSpPr>
          <p:cNvPr id="6" name="Text 3">
            <a:extLst>
              <a:ext uri="{FF2B5EF4-FFF2-40B4-BE49-F238E27FC236}">
                <a16:creationId xmlns:a16="http://schemas.microsoft.com/office/drawing/2014/main" id="{60BA5DE8-F04C-BC95-04BC-48F12E2D928E}"/>
              </a:ext>
            </a:extLst>
          </p:cNvPr>
          <p:cNvSpPr/>
          <p:nvPr/>
        </p:nvSpPr>
        <p:spPr>
          <a:xfrm>
            <a:off x="11259007" y="6409944"/>
            <a:ext cx="457200" cy="395935"/>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7AC143"/>
          </a:solidFill>
          <a:ln cap="flat">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E2A2F"/>
              </a:solidFill>
              <a:uFillTx/>
              <a:latin typeface="Calibri"/>
            </a:endParaRPr>
          </a:p>
        </p:txBody>
      </p:sp>
      <p:sp>
        <p:nvSpPr>
          <p:cNvPr id="7" name="Text 4">
            <a:extLst>
              <a:ext uri="{FF2B5EF4-FFF2-40B4-BE49-F238E27FC236}">
                <a16:creationId xmlns:a16="http://schemas.microsoft.com/office/drawing/2014/main" id="{B8D57AE0-CD14-7662-8266-BFD65963D36B}"/>
              </a:ext>
            </a:extLst>
          </p:cNvPr>
          <p:cNvSpPr/>
          <p:nvPr/>
        </p:nvSpPr>
        <p:spPr>
          <a:xfrm rot="5400013">
            <a:off x="10610309" y="4686305"/>
            <a:ext cx="1425412" cy="1234440"/>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noFill/>
          <a:ln w="15873" cap="flat">
            <a:solidFill>
              <a:srgbClr val="4FA278">
                <a:alpha val="28000"/>
              </a:srgbClr>
            </a:solidFill>
            <a:prstDash val="solid"/>
            <a:miter/>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E2A2F"/>
              </a:solidFill>
              <a:uFillTx/>
              <a:latin typeface="Calibri"/>
            </a:endParaRPr>
          </a:p>
        </p:txBody>
      </p:sp>
      <p:sp>
        <p:nvSpPr>
          <p:cNvPr id="8" name="Text 5">
            <a:extLst>
              <a:ext uri="{FF2B5EF4-FFF2-40B4-BE49-F238E27FC236}">
                <a16:creationId xmlns:a16="http://schemas.microsoft.com/office/drawing/2014/main" id="{B8F1675F-44EC-9F82-2860-55CEDF6E32C7}"/>
              </a:ext>
            </a:extLst>
          </p:cNvPr>
          <p:cNvSpPr/>
          <p:nvPr/>
        </p:nvSpPr>
        <p:spPr>
          <a:xfrm rot="5400013">
            <a:off x="9750600" y="5349236"/>
            <a:ext cx="950271" cy="822960"/>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noFill/>
          <a:ln w="15873" cap="flat">
            <a:solidFill>
              <a:srgbClr val="4FA278">
                <a:alpha val="20000"/>
              </a:srgbClr>
            </a:solidFill>
            <a:prstDash val="solid"/>
            <a:miter/>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E2A2F"/>
              </a:solidFill>
              <a:uFillTx/>
              <a:latin typeface="Calibri"/>
            </a:endParaRPr>
          </a:p>
        </p:txBody>
      </p:sp>
      <p:sp>
        <p:nvSpPr>
          <p:cNvPr id="9" name="Text 6">
            <a:extLst>
              <a:ext uri="{FF2B5EF4-FFF2-40B4-BE49-F238E27FC236}">
                <a16:creationId xmlns:a16="http://schemas.microsoft.com/office/drawing/2014/main" id="{F48CB3FF-58C3-2251-F100-997B0C7099B4}"/>
              </a:ext>
            </a:extLst>
          </p:cNvPr>
          <p:cNvSpPr/>
          <p:nvPr/>
        </p:nvSpPr>
        <p:spPr>
          <a:xfrm rot="5400013">
            <a:off x="11579400" y="3840475"/>
            <a:ext cx="950271" cy="822960"/>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noFill/>
          <a:ln w="15873" cap="flat">
            <a:solidFill>
              <a:srgbClr val="4FA278">
                <a:alpha val="18000"/>
              </a:srgbClr>
            </a:solidFill>
            <a:prstDash val="solid"/>
            <a:miter/>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E2A2F"/>
              </a:solidFill>
              <a:uFillTx/>
              <a:latin typeface="Calibri"/>
            </a:endParaRPr>
          </a:p>
        </p:txBody>
      </p:sp>
      <p:sp>
        <p:nvSpPr>
          <p:cNvPr id="10" name="Text 7">
            <a:extLst>
              <a:ext uri="{FF2B5EF4-FFF2-40B4-BE49-F238E27FC236}">
                <a16:creationId xmlns:a16="http://schemas.microsoft.com/office/drawing/2014/main" id="{29CBB608-A30F-759B-82E5-3E2154F4A324}"/>
              </a:ext>
            </a:extLst>
          </p:cNvPr>
          <p:cNvSpPr txBox="1">
            <a:spLocks noGrp="1"/>
          </p:cNvSpPr>
          <p:nvPr>
            <p:ph type="title"/>
          </p:nvPr>
        </p:nvSpPr>
        <p:spPr>
          <a:xfrm>
            <a:off x="3246120" y="320040"/>
            <a:ext cx="7498079" cy="822960"/>
          </a:xfrm>
          <a:prstGeom prst="rect">
            <a:avLst/>
          </a:prstGeom>
          <a:noFill/>
          <a:ln>
            <a:noFill/>
          </a:ln>
        </p:spPr>
        <p:txBody>
          <a:bodyPr vert="horz" wrap="square" lIns="91440" tIns="45720" rIns="91440" bIns="45720" anchor="t" anchorCtr="1" compatLnSpc="1">
            <a:noAutofit/>
          </a:bodyPr>
          <a:lstStyle>
            <a:lvl1pPr marL="0" marR="0" lvl="0" indent="0" algn="ctr" fontAlgn="auto">
              <a:lnSpc>
                <a:spcPct val="100000"/>
              </a:lnSpc>
              <a:spcBef>
                <a:spcPts val="0"/>
              </a:spcBef>
              <a:spcAft>
                <a:spcPts val="0"/>
              </a:spcAft>
              <a:tabLst/>
              <a:defRPr lang="en-US" sz="2400" b="1" i="0" u="none" strike="noStrike" kern="0" cap="none" spc="100" baseline="0">
                <a:solidFill>
                  <a:srgbClr val="052B35"/>
                </a:solidFill>
                <a:uFillTx/>
                <a:latin typeface="Cambria" pitchFamily="34"/>
                <a:ea typeface="Cambria" pitchFamily="34"/>
                <a:cs typeface="Cambria" pitchFamily="34"/>
              </a:defRPr>
            </a:lvl1pPr>
          </a:lstStyle>
          <a:p>
            <a:pPr lvl="0"/>
            <a:r>
              <a:rPr lang="en-US"/>
              <a:t>SLIDE TITLE</a:t>
            </a:r>
          </a:p>
        </p:txBody>
      </p:sp>
      <p:sp>
        <p:nvSpPr>
          <p:cNvPr id="11" name="Slide Number Placeholder 0">
            <a:extLst>
              <a:ext uri="{FF2B5EF4-FFF2-40B4-BE49-F238E27FC236}">
                <a16:creationId xmlns:a16="http://schemas.microsoft.com/office/drawing/2014/main" id="{13905408-A27F-D421-435B-F1B8AAE68120}"/>
              </a:ext>
            </a:extLst>
          </p:cNvPr>
          <p:cNvSpPr txBox="1">
            <a:spLocks noGrp="1"/>
          </p:cNvSpPr>
          <p:nvPr>
            <p:ph type="sldNum" sz="quarter" idx="8"/>
          </p:nvPr>
        </p:nvSpPr>
        <p:spPr>
          <a:xfrm>
            <a:off x="11259007" y="6409944"/>
            <a:ext cx="457200" cy="395935"/>
          </a:xfrm>
        </p:spPr>
        <p:txBody>
          <a:bodyPr/>
          <a:lstStyle>
            <a:lvl1pPr>
              <a:defRPr/>
            </a:lvl1pPr>
          </a:lstStyle>
          <a:p>
            <a:pPr lvl="0"/>
            <a:fld id="{9767AEE8-492F-4B12-B63D-422F0513727C}" type="slidenum">
              <a:t>‹#›</a:t>
            </a:fld>
            <a:endParaRPr lang="en-US"/>
          </a:p>
        </p:txBody>
      </p:sp>
    </p:spTree>
    <p:extLst>
      <p:ext uri="{BB962C8B-B14F-4D97-AF65-F5344CB8AC3E}">
        <p14:creationId xmlns:p14="http://schemas.microsoft.com/office/powerpoint/2010/main" val="786425080"/>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4"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Number Placeholder 0">
            <a:extLst>
              <a:ext uri="{FF2B5EF4-FFF2-40B4-BE49-F238E27FC236}">
                <a16:creationId xmlns:a16="http://schemas.microsoft.com/office/drawing/2014/main" id="{6805FF28-130A-2442-A4D7-718EC0FF6796}"/>
              </a:ext>
            </a:extLst>
          </p:cNvPr>
          <p:cNvSpPr txBox="1">
            <a:spLocks noGrp="1"/>
          </p:cNvSpPr>
          <p:nvPr>
            <p:ph type="sldNum" sz="quarter" idx="4"/>
          </p:nvPr>
        </p:nvSpPr>
        <p:spPr>
          <a:xfrm>
            <a:off x="11259007" y="6409944"/>
            <a:ext cx="457200" cy="395935"/>
          </a:xfrm>
          <a:prstGeom prst="rect">
            <a:avLst/>
          </a:prstGeom>
          <a:noFill/>
          <a:ln>
            <a:noFill/>
          </a:ln>
        </p:spPr>
        <p:txBody>
          <a:bodyPr vert="horz" wrap="square" lIns="0" tIns="0" rIns="0" bIns="0" anchor="ctr" anchorCtr="1" compatLnSpc="1">
            <a:noAutofit/>
          </a:bodyPr>
          <a:lstStyle>
            <a:lvl1pPr marL="0" marR="0" lvl="0" indent="0" algn="ctr" defTabSz="914400" rtl="0" fontAlgn="auto" hangingPunct="1">
              <a:lnSpc>
                <a:spcPct val="100000"/>
              </a:lnSpc>
              <a:spcBef>
                <a:spcPts val="0"/>
              </a:spcBef>
              <a:spcAft>
                <a:spcPts val="0"/>
              </a:spcAft>
              <a:buNone/>
              <a:tabLst/>
              <a:defRPr lang="en-US" sz="1100" b="1" i="0" u="none" strike="noStrike" kern="1200" cap="none" spc="0" baseline="0">
                <a:solidFill>
                  <a:srgbClr val="052B35"/>
                </a:solidFill>
                <a:uFillTx/>
                <a:latin typeface="Calibri"/>
                <a:ea typeface="Calibri"/>
                <a:cs typeface="Calibri"/>
              </a:defRPr>
            </a:lvl1pPr>
          </a:lstStyle>
          <a:p>
            <a:pPr lvl="0"/>
            <a:fld id="{73C3BD1D-D4A6-468E-8B08-490EFF8C5184}"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2.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_rels/slide3.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3.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_rels/slide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4.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_rels/slide5.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5.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_rels/slide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6.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_rels/slide7.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7.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_rels/slide8.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8.xml" /><Relationship Id="rId1" Type="http://schemas.openxmlformats.org/officeDocument/2006/relationships/slideLayout" Target="../slideLayouts/slideLayout3.xml" /><Relationship Id="rId4" Type="http://schemas.openxmlformats.org/officeDocument/2006/relationships/image" Target="../media/image3.png"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a:extLst>
              <a:ext uri="{FF2B5EF4-FFF2-40B4-BE49-F238E27FC236}">
                <a16:creationId xmlns:a16="http://schemas.microsoft.com/office/drawing/2014/main" id="{150A5A48-58BD-9460-FE51-84B334C7ACCB}"/>
              </a:ext>
            </a:extLst>
          </p:cNvPr>
          <p:cNvSpPr/>
          <p:nvPr/>
        </p:nvSpPr>
        <p:spPr>
          <a:xfrm rot="5400013">
            <a:off x="8841586" y="-1222531"/>
            <a:ext cx="3695501" cy="3200400"/>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noFill/>
          <a:ln w="15873" cap="flat">
            <a:solidFill>
              <a:srgbClr val="4FA278">
                <a:alpha val="50000"/>
              </a:srgbClr>
            </a:solidFill>
            <a:prstDash val="solid"/>
            <a:miter/>
          </a:ln>
        </p:spPr>
        <p:txBody>
          <a:bodyPr lIns="0" tIns="0" rIns="0" bIns="0"/>
          <a:lstStyle/>
          <a:p>
            <a:endParaRPr lang="en-US"/>
          </a:p>
        </p:txBody>
      </p:sp>
      <p:sp>
        <p:nvSpPr>
          <p:cNvPr id="3" name="Cover Hexagon">
            <a:extLst>
              <a:ext uri="{FF2B5EF4-FFF2-40B4-BE49-F238E27FC236}">
                <a16:creationId xmlns:a16="http://schemas.microsoft.com/office/drawing/2014/main" id="{460BDAF2-2267-CE35-DCEE-D8D2EC5B7547}"/>
              </a:ext>
            </a:extLst>
          </p:cNvPr>
          <p:cNvSpPr/>
          <p:nvPr/>
        </p:nvSpPr>
        <p:spPr>
          <a:xfrm rot="5400013">
            <a:off x="10524082" y="1691635"/>
            <a:ext cx="3695501" cy="3200400"/>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026855">
              <a:alpha val="25000"/>
            </a:srgbClr>
          </a:solidFill>
          <a:ln w="15873" cap="flat">
            <a:solidFill>
              <a:srgbClr val="4FA278">
                <a:alpha val="45000"/>
              </a:srgbClr>
            </a:solidFill>
            <a:prstDash val="solid"/>
            <a:miter/>
          </a:ln>
        </p:spPr>
        <p:txBody>
          <a:bodyPr lIns="0" tIns="0" rIns="0" bIns="0"/>
          <a:lstStyle/>
          <a:p>
            <a:endParaRPr lang="en-US"/>
          </a:p>
        </p:txBody>
      </p:sp>
      <p:sp>
        <p:nvSpPr>
          <p:cNvPr id="4" name="Cover Hexagon">
            <a:extLst>
              <a:ext uri="{FF2B5EF4-FFF2-40B4-BE49-F238E27FC236}">
                <a16:creationId xmlns:a16="http://schemas.microsoft.com/office/drawing/2014/main" id="{DC65CDDD-B49F-FF67-D46D-17D841B8AB30}"/>
              </a:ext>
            </a:extLst>
          </p:cNvPr>
          <p:cNvSpPr/>
          <p:nvPr/>
        </p:nvSpPr>
        <p:spPr>
          <a:xfrm rot="5400013">
            <a:off x="8841586" y="4605800"/>
            <a:ext cx="3695501" cy="3200400"/>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noFill/>
          <a:ln w="15873" cap="flat">
            <a:solidFill>
              <a:srgbClr val="4FA278">
                <a:alpha val="50000"/>
              </a:srgbClr>
            </a:solidFill>
            <a:prstDash val="solid"/>
            <a:miter/>
          </a:ln>
        </p:spPr>
        <p:txBody>
          <a:bodyPr lIns="0" tIns="0" rIns="0" bIns="0"/>
          <a:lstStyle/>
          <a:p>
            <a:endParaRPr lang="en-US"/>
          </a:p>
        </p:txBody>
      </p:sp>
      <p:sp>
        <p:nvSpPr>
          <p:cNvPr id="5" name="Cover Hexagon">
            <a:extLst>
              <a:ext uri="{FF2B5EF4-FFF2-40B4-BE49-F238E27FC236}">
                <a16:creationId xmlns:a16="http://schemas.microsoft.com/office/drawing/2014/main" id="{F01369D9-317A-B042-422C-53AEC5CEDF7D}"/>
              </a:ext>
            </a:extLst>
          </p:cNvPr>
          <p:cNvSpPr/>
          <p:nvPr/>
        </p:nvSpPr>
        <p:spPr>
          <a:xfrm rot="5400013">
            <a:off x="6613357" y="3177545"/>
            <a:ext cx="580726" cy="502920"/>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7AC143"/>
          </a:solidFill>
          <a:ln cap="flat">
            <a:noFill/>
            <a:prstDash val="solid"/>
          </a:ln>
        </p:spPr>
        <p:txBody>
          <a:bodyPr lIns="0" tIns="0" rIns="0" bIns="0"/>
          <a:lstStyle/>
          <a:p>
            <a:endParaRPr lang="en-US"/>
          </a:p>
        </p:txBody>
      </p:sp>
      <p:sp>
        <p:nvSpPr>
          <p:cNvPr id="6" name="Cover Hexagon">
            <a:extLst>
              <a:ext uri="{FF2B5EF4-FFF2-40B4-BE49-F238E27FC236}">
                <a16:creationId xmlns:a16="http://schemas.microsoft.com/office/drawing/2014/main" id="{7BA97781-9316-1876-1652-8B9E05B9EC77}"/>
              </a:ext>
            </a:extLst>
          </p:cNvPr>
          <p:cNvSpPr/>
          <p:nvPr/>
        </p:nvSpPr>
        <p:spPr>
          <a:xfrm rot="5400013">
            <a:off x="10849585" y="1728215"/>
            <a:ext cx="337870" cy="292608"/>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7AC143">
              <a:alpha val="70000"/>
            </a:srgbClr>
          </a:solidFill>
          <a:ln cap="flat">
            <a:noFill/>
            <a:prstDash val="solid"/>
          </a:ln>
        </p:spPr>
        <p:txBody>
          <a:bodyPr lIns="0" tIns="0" rIns="0" bIns="0"/>
          <a:lstStyle/>
          <a:p>
            <a:endParaRPr lang="en-US"/>
          </a:p>
        </p:txBody>
      </p:sp>
      <p:sp>
        <p:nvSpPr>
          <p:cNvPr id="7" name="Cover Hexagon">
            <a:extLst>
              <a:ext uri="{FF2B5EF4-FFF2-40B4-BE49-F238E27FC236}">
                <a16:creationId xmlns:a16="http://schemas.microsoft.com/office/drawing/2014/main" id="{A2BCC1A6-0B54-CE65-AA6A-A1658A20E51C}"/>
              </a:ext>
            </a:extLst>
          </p:cNvPr>
          <p:cNvSpPr/>
          <p:nvPr/>
        </p:nvSpPr>
        <p:spPr>
          <a:xfrm rot="5400013">
            <a:off x="6868726" y="1440180"/>
            <a:ext cx="4276228" cy="3703320"/>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026855">
              <a:alpha val="45000"/>
            </a:srgbClr>
          </a:solidFill>
          <a:ln cap="flat">
            <a:noFill/>
            <a:prstDash val="solid"/>
          </a:ln>
        </p:spPr>
        <p:txBody>
          <a:bodyPr lIns="0" tIns="0" rIns="0" bIns="0"/>
          <a:lstStyle/>
          <a:p>
            <a:endParaRPr lang="en-US"/>
          </a:p>
        </p:txBody>
      </p:sp>
      <p:sp>
        <p:nvSpPr>
          <p:cNvPr id="8" name="Cover Hexagon">
            <a:extLst>
              <a:ext uri="{FF2B5EF4-FFF2-40B4-BE49-F238E27FC236}">
                <a16:creationId xmlns:a16="http://schemas.microsoft.com/office/drawing/2014/main" id="{ACA0C9B1-0AE6-C7DC-CCCA-62DA5490B97C}"/>
              </a:ext>
            </a:extLst>
          </p:cNvPr>
          <p:cNvSpPr/>
          <p:nvPr/>
        </p:nvSpPr>
        <p:spPr>
          <a:xfrm rot="5400013">
            <a:off x="6755697" y="4800599"/>
            <a:ext cx="844686" cy="731520"/>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noFill/>
          <a:ln w="19046" cap="flat">
            <a:solidFill>
              <a:srgbClr val="7AC143">
                <a:alpha val="65000"/>
              </a:srgbClr>
            </a:solidFill>
            <a:prstDash val="solid"/>
            <a:miter/>
          </a:ln>
        </p:spPr>
        <p:txBody>
          <a:bodyPr lIns="0" tIns="0" rIns="0" bIns="0"/>
          <a:lstStyle/>
          <a:p>
            <a:endParaRPr lang="en-US"/>
          </a:p>
        </p:txBody>
      </p:sp>
      <p:sp>
        <p:nvSpPr>
          <p:cNvPr id="9" name="Cover Hexagon">
            <a:extLst>
              <a:ext uri="{FF2B5EF4-FFF2-40B4-BE49-F238E27FC236}">
                <a16:creationId xmlns:a16="http://schemas.microsoft.com/office/drawing/2014/main" id="{9023A5ED-BA36-0985-93DB-AC29E2BB7AF0}"/>
              </a:ext>
            </a:extLst>
          </p:cNvPr>
          <p:cNvSpPr/>
          <p:nvPr/>
        </p:nvSpPr>
        <p:spPr>
          <a:xfrm rot="5400013">
            <a:off x="7159090" y="1691635"/>
            <a:ext cx="3695501" cy="3200400"/>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FFFFFF"/>
          </a:solidFill>
          <a:ln w="38103" cap="flat">
            <a:solidFill>
              <a:srgbClr val="7AC143"/>
            </a:solidFill>
            <a:prstDash val="solid"/>
            <a:miter/>
          </a:ln>
        </p:spPr>
        <p:txBody>
          <a:bodyPr lIns="0" tIns="0" rIns="0" bIns="0"/>
          <a:lstStyle/>
          <a:p>
            <a:endParaRPr lang="en-US"/>
          </a:p>
        </p:txBody>
      </p:sp>
      <p:pic>
        <p:nvPicPr>
          <p:cNvPr id="10" name="Genesis Logo" descr="Genesis logo">
            <a:extLst>
              <a:ext uri="{FF2B5EF4-FFF2-40B4-BE49-F238E27FC236}">
                <a16:creationId xmlns:a16="http://schemas.microsoft.com/office/drawing/2014/main" id="{D1912019-2A7E-03E2-5857-54665E0588B8}"/>
              </a:ext>
            </a:extLst>
          </p:cNvPr>
          <p:cNvPicPr>
            <a:picLocks noChangeAspect="1"/>
          </p:cNvPicPr>
          <p:nvPr/>
        </p:nvPicPr>
        <p:blipFill>
          <a:blip r:embed="rId3"/>
          <a:stretch>
            <a:fillRect/>
          </a:stretch>
        </p:blipFill>
        <p:spPr>
          <a:xfrm>
            <a:off x="8110764" y="2125979"/>
            <a:ext cx="1792150" cy="2331720"/>
          </a:xfrm>
          <a:prstGeom prst="rect">
            <a:avLst/>
          </a:prstGeom>
          <a:noFill/>
          <a:ln cap="flat">
            <a:noFill/>
          </a:ln>
        </p:spPr>
      </p:pic>
      <p:sp>
        <p:nvSpPr>
          <p:cNvPr id="11" name="Kicker">
            <a:extLst>
              <a:ext uri="{FF2B5EF4-FFF2-40B4-BE49-F238E27FC236}">
                <a16:creationId xmlns:a16="http://schemas.microsoft.com/office/drawing/2014/main" id="{4E3569D9-9303-4170-F131-3B4D03A34A19}"/>
              </a:ext>
            </a:extLst>
          </p:cNvPr>
          <p:cNvSpPr txBox="1"/>
          <p:nvPr/>
        </p:nvSpPr>
        <p:spPr>
          <a:xfrm>
            <a:off x="548640" y="502920"/>
            <a:ext cx="5303520" cy="320040"/>
          </a:xfrm>
          <a:prstGeom prst="rect">
            <a:avLst/>
          </a:prstGeom>
          <a:noFill/>
          <a:ln cap="flat">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0" cap="none" spc="400" baseline="0">
                <a:solidFill>
                  <a:srgbClr val="7AC143"/>
                </a:solidFill>
                <a:uFillTx/>
                <a:latin typeface="Calibri"/>
              </a:rPr>
              <a:t>PRE-IDEATHON TEMPLATE</a:t>
            </a:r>
            <a:endParaRPr lang="en-US" sz="1200" b="0" i="0" u="none" strike="noStrike" kern="1200" cap="none" spc="0" baseline="0">
              <a:solidFill>
                <a:srgbClr val="0E2A2F"/>
              </a:solidFill>
              <a:uFillTx/>
              <a:latin typeface="Calibri"/>
            </a:endParaRPr>
          </a:p>
        </p:txBody>
      </p:sp>
      <p:sp>
        <p:nvSpPr>
          <p:cNvPr id="12" name="Event Title">
            <a:extLst>
              <a:ext uri="{FF2B5EF4-FFF2-40B4-BE49-F238E27FC236}">
                <a16:creationId xmlns:a16="http://schemas.microsoft.com/office/drawing/2014/main" id="{9F1FD666-2E1F-6043-117B-1D3CE9FD1E59}"/>
              </a:ext>
            </a:extLst>
          </p:cNvPr>
          <p:cNvSpPr txBox="1"/>
          <p:nvPr/>
        </p:nvSpPr>
        <p:spPr>
          <a:xfrm>
            <a:off x="548640" y="833118"/>
            <a:ext cx="5669280" cy="1600200"/>
          </a:xfrm>
          <a:prstGeom prst="rect">
            <a:avLst/>
          </a:prstGeom>
          <a:noFill/>
          <a:ln cap="flat">
            <a:noFill/>
          </a:ln>
        </p:spPr>
        <p:txBody>
          <a:bodyPr vert="horz" wrap="square" lIns="0" tIns="0" rIns="0" bIns="0" anchor="t" anchorCtr="0" compatLnSpc="1">
            <a:noAutofit/>
          </a:bodyPr>
          <a:lstStyle/>
          <a:p>
            <a:pPr marL="0" marR="0" lvl="0" indent="0" algn="l" defTabSz="914400" rtl="0" fontAlgn="auto" hangingPunct="1">
              <a:lnSpc>
                <a:spcPct val="90000"/>
              </a:lnSpc>
              <a:spcBef>
                <a:spcPts val="0"/>
              </a:spcBef>
              <a:spcAft>
                <a:spcPts val="0"/>
              </a:spcAft>
              <a:buNone/>
              <a:tabLst/>
              <a:defRPr sz="1800" b="0" i="0" u="none" strike="noStrike" kern="0" cap="none" spc="0" baseline="0">
                <a:solidFill>
                  <a:srgbClr val="000000"/>
                </a:solidFill>
                <a:uFillTx/>
              </a:defRPr>
            </a:pPr>
            <a:r>
              <a:rPr lang="en-US" sz="5400" b="1" i="0" u="none" strike="noStrike" kern="0" cap="none" spc="200" baseline="0">
                <a:solidFill>
                  <a:srgbClr val="FFFFFF"/>
                </a:solidFill>
                <a:uFillTx/>
                <a:latin typeface="Cambria" pitchFamily="34"/>
                <a:ea typeface="Cambria" pitchFamily="34"/>
                <a:cs typeface="Cambria" pitchFamily="34"/>
              </a:rPr>
              <a:t>GENESIS</a:t>
            </a:r>
            <a:endParaRPr lang="en-US" sz="5400" b="0" i="0" u="none" strike="noStrike" kern="1200" cap="none" spc="0" baseline="0">
              <a:solidFill>
                <a:srgbClr val="0E2A2F"/>
              </a:solidFill>
              <a:uFillTx/>
              <a:latin typeface="Calibri"/>
            </a:endParaRPr>
          </a:p>
          <a:p>
            <a:pPr marL="0" marR="0" lvl="0" indent="0" algn="l" defTabSz="914400" rtl="0" fontAlgn="auto" hangingPunct="1">
              <a:lnSpc>
                <a:spcPct val="90000"/>
              </a:lnSpc>
              <a:spcBef>
                <a:spcPts val="0"/>
              </a:spcBef>
              <a:spcAft>
                <a:spcPts val="0"/>
              </a:spcAft>
              <a:buNone/>
              <a:tabLst/>
              <a:defRPr sz="1800" b="0" i="0" u="none" strike="noStrike" kern="0" cap="none" spc="0" baseline="0">
                <a:solidFill>
                  <a:srgbClr val="000000"/>
                </a:solidFill>
                <a:uFillTx/>
              </a:defRPr>
            </a:pPr>
            <a:r>
              <a:rPr lang="en-US" sz="5400" b="1" i="0" u="none" strike="noStrike" kern="0" cap="none" spc="200" baseline="0">
                <a:solidFill>
                  <a:srgbClr val="7AC143"/>
                </a:solidFill>
                <a:uFillTx/>
                <a:latin typeface="Cambria" pitchFamily="34"/>
                <a:ea typeface="Cambria" pitchFamily="34"/>
                <a:cs typeface="Cambria" pitchFamily="34"/>
              </a:rPr>
              <a:t>IDEATHON</a:t>
            </a:r>
            <a:endParaRPr lang="en-US" sz="5400" b="0" i="0" u="none" strike="noStrike" kern="1200" cap="none" spc="0" baseline="0">
              <a:solidFill>
                <a:srgbClr val="0E2A2F"/>
              </a:solidFill>
              <a:uFillTx/>
              <a:latin typeface="Calibri"/>
            </a:endParaRPr>
          </a:p>
        </p:txBody>
      </p:sp>
      <p:sp>
        <p:nvSpPr>
          <p:cNvPr id="13" name="Section Chip">
            <a:extLst>
              <a:ext uri="{FF2B5EF4-FFF2-40B4-BE49-F238E27FC236}">
                <a16:creationId xmlns:a16="http://schemas.microsoft.com/office/drawing/2014/main" id="{B64A0917-10B3-DBA0-6670-FE940EA09A55}"/>
              </a:ext>
            </a:extLst>
          </p:cNvPr>
          <p:cNvSpPr/>
          <p:nvPr/>
        </p:nvSpPr>
        <p:spPr>
          <a:xfrm>
            <a:off x="548640" y="2387306"/>
            <a:ext cx="2103120" cy="365760"/>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noFill/>
          <a:ln w="15873" cap="flat">
            <a:solidFill>
              <a:srgbClr val="7AC143"/>
            </a:solidFill>
            <a:prstDash val="solid"/>
            <a:miter/>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300" b="1" i="0" u="none" strike="noStrike" kern="0" cap="none" spc="300" baseline="0">
                <a:solidFill>
                  <a:srgbClr val="FFFFFF"/>
                </a:solidFill>
                <a:uFillTx/>
                <a:latin typeface="Calibri"/>
              </a:rPr>
              <a:t>TEAM &amp; DOMAIN</a:t>
            </a:r>
            <a:endParaRPr lang="en-US" sz="1300" b="0" i="0" u="none" strike="noStrike" kern="1200" cap="none" spc="0" baseline="0">
              <a:solidFill>
                <a:srgbClr val="0E2A2F"/>
              </a:solidFill>
              <a:uFillTx/>
              <a:latin typeface="Calibri"/>
            </a:endParaRPr>
          </a:p>
        </p:txBody>
      </p:sp>
      <p:sp>
        <p:nvSpPr>
          <p:cNvPr id="14" name="Cover Lead">
            <a:extLst>
              <a:ext uri="{FF2B5EF4-FFF2-40B4-BE49-F238E27FC236}">
                <a16:creationId xmlns:a16="http://schemas.microsoft.com/office/drawing/2014/main" id="{670BAE56-71C3-A783-AE12-7AFFE89A3795}"/>
              </a:ext>
            </a:extLst>
          </p:cNvPr>
          <p:cNvSpPr txBox="1"/>
          <p:nvPr/>
        </p:nvSpPr>
        <p:spPr>
          <a:xfrm>
            <a:off x="548640" y="2836889"/>
            <a:ext cx="5669280" cy="365760"/>
          </a:xfrm>
          <a:prstGeom prst="rect">
            <a:avLst/>
          </a:prstGeom>
          <a:noFill/>
          <a:ln cap="flat">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1" u="none" strike="noStrike" kern="1200" cap="none" spc="0" baseline="0">
                <a:solidFill>
                  <a:srgbClr val="D3E6DD"/>
                </a:solidFill>
                <a:uFillTx/>
                <a:latin typeface="Calibri"/>
              </a:rPr>
              <a:t>Introduce your team and the domain you have chosen</a:t>
            </a:r>
            <a:endParaRPr lang="en-US" sz="1600" b="0" i="0" u="none" strike="noStrike" kern="1200" cap="none" spc="0" baseline="0">
              <a:solidFill>
                <a:srgbClr val="0E2A2F"/>
              </a:solidFill>
              <a:uFillTx/>
              <a:latin typeface="Calibri"/>
            </a:endParaRPr>
          </a:p>
        </p:txBody>
      </p:sp>
      <p:sp>
        <p:nvSpPr>
          <p:cNvPr id="15" name="Cover Fields">
            <a:extLst>
              <a:ext uri="{FF2B5EF4-FFF2-40B4-BE49-F238E27FC236}">
                <a16:creationId xmlns:a16="http://schemas.microsoft.com/office/drawing/2014/main" id="{14121793-C0CF-DDF5-D878-10CC021F240E}"/>
              </a:ext>
            </a:extLst>
          </p:cNvPr>
          <p:cNvSpPr txBox="1"/>
          <p:nvPr/>
        </p:nvSpPr>
        <p:spPr>
          <a:xfrm>
            <a:off x="598932" y="3202649"/>
            <a:ext cx="6035040" cy="1836362"/>
          </a:xfrm>
          <a:prstGeom prst="rect">
            <a:avLst/>
          </a:prstGeom>
          <a:noFill/>
          <a:ln cap="flat">
            <a:noFill/>
          </a:ln>
        </p:spPr>
        <p:txBody>
          <a:bodyPr vert="horz" wrap="square" lIns="0" tIns="0" rIns="0" bIns="0" anchor="t" anchorCtr="0" compatLnSpc="1">
            <a:noAutofit/>
          </a:bodyPr>
          <a:lstStyle/>
          <a:p>
            <a:pPr marL="279404" marR="0" lvl="0" indent="-279404" algn="l" defTabSz="914400" rtl="0" fontAlgn="auto" hangingPunct="1">
              <a:lnSpc>
                <a:spcPct val="100000"/>
              </a:lnSpc>
              <a:spcBef>
                <a:spcPts val="0"/>
              </a:spcBef>
              <a:spcAft>
                <a:spcPts val="1400"/>
              </a:spcAft>
              <a:buClr>
                <a:srgbClr val="7AC143"/>
              </a:buClr>
              <a:buSzPct val="100000"/>
              <a:buChar char="•"/>
              <a:tabLst/>
              <a:defRPr sz="1800" b="0" i="0" u="none" strike="noStrike" kern="0" cap="none" spc="0" baseline="0">
                <a:solidFill>
                  <a:srgbClr val="000000"/>
                </a:solidFill>
                <a:uFillTx/>
              </a:defRPr>
            </a:pPr>
            <a:r>
              <a:rPr lang="en-US" sz="1800" b="0" i="0" u="none" strike="noStrike" kern="1200" cap="none" spc="0" baseline="0">
                <a:solidFill>
                  <a:srgbClr val="FFFFFF"/>
                </a:solidFill>
                <a:uFillTx/>
                <a:latin typeface="Calibri"/>
              </a:rPr>
              <a:t>Team Name –</a:t>
            </a:r>
            <a:r>
              <a:rPr lang="en-IN" sz="1800" b="0" i="0" u="none" strike="noStrike" kern="1200" cap="none" spc="0" baseline="0">
                <a:solidFill>
                  <a:srgbClr val="FFFFFF"/>
                </a:solidFill>
                <a:uFillTx/>
                <a:latin typeface="Calibri"/>
              </a:rPr>
              <a:t>  CODEHOLICS </a:t>
            </a:r>
            <a:endParaRPr lang="en-US" sz="1800" b="0" i="0" u="none" strike="noStrike" kern="1200" cap="none" spc="0" baseline="0">
              <a:solidFill>
                <a:srgbClr val="0E2A2F"/>
              </a:solidFill>
              <a:uFillTx/>
              <a:latin typeface="Calibri"/>
            </a:endParaRPr>
          </a:p>
          <a:p>
            <a:pPr marL="279404" marR="0" lvl="0" indent="-279404" algn="l" defTabSz="914400" rtl="0" fontAlgn="auto" hangingPunct="1">
              <a:lnSpc>
                <a:spcPct val="100000"/>
              </a:lnSpc>
              <a:spcBef>
                <a:spcPts val="0"/>
              </a:spcBef>
              <a:spcAft>
                <a:spcPts val="1400"/>
              </a:spcAft>
              <a:buClr>
                <a:srgbClr val="7AC143"/>
              </a:buClr>
              <a:buSzPct val="100000"/>
              <a:buChar char="•"/>
              <a:tabLst/>
              <a:defRPr sz="1800" b="0" i="0" u="none" strike="noStrike" kern="0" cap="none" spc="0" baseline="0">
                <a:solidFill>
                  <a:srgbClr val="000000"/>
                </a:solidFill>
                <a:uFillTx/>
              </a:defRPr>
            </a:pPr>
            <a:r>
              <a:rPr lang="en-US" sz="1800" b="0" i="0" u="none" strike="noStrike" kern="1200" cap="none" spc="0" baseline="0">
                <a:solidFill>
                  <a:srgbClr val="FFFFFF"/>
                </a:solidFill>
                <a:uFillTx/>
                <a:latin typeface="Calibri"/>
              </a:rPr>
              <a:t>Team Members –</a:t>
            </a:r>
            <a:r>
              <a:rPr lang="en-IN" sz="1800" b="0" i="0" u="none" strike="noStrike" kern="1200" cap="none" spc="0" baseline="0">
                <a:solidFill>
                  <a:srgbClr val="FFFFFF"/>
                </a:solidFill>
                <a:uFillTx/>
                <a:latin typeface="Calibri"/>
              </a:rPr>
              <a:t>  Purvikka N. (CB.SC.U4CSE26442), Kaviyen R (CB.SC.U4CSE26424) , Ashwanth R (CB.SC.U4CSE26404), Akash Parthiban (CB.SC.U4CSE26403)</a:t>
            </a:r>
            <a:endParaRPr lang="en-US" sz="1800" b="0" i="0" u="none" strike="noStrike" kern="1200" cap="none" spc="0" baseline="0">
              <a:solidFill>
                <a:srgbClr val="0E2A2F"/>
              </a:solidFill>
              <a:uFillTx/>
              <a:latin typeface="Calibri"/>
            </a:endParaRPr>
          </a:p>
          <a:p>
            <a:pPr marL="279404" marR="0" lvl="0" indent="-279404" algn="l" defTabSz="914400" rtl="0" fontAlgn="auto" hangingPunct="1">
              <a:lnSpc>
                <a:spcPct val="100000"/>
              </a:lnSpc>
              <a:spcBef>
                <a:spcPts val="0"/>
              </a:spcBef>
              <a:spcAft>
                <a:spcPts val="1400"/>
              </a:spcAft>
              <a:buClr>
                <a:srgbClr val="7AC143"/>
              </a:buClr>
              <a:buSzPct val="100000"/>
              <a:buChar char="•"/>
              <a:tabLst/>
              <a:defRPr sz="1800" b="0" i="0" u="none" strike="noStrike" kern="0" cap="none" spc="0" baseline="0">
                <a:solidFill>
                  <a:srgbClr val="000000"/>
                </a:solidFill>
                <a:uFillTx/>
              </a:defRPr>
            </a:pPr>
            <a:r>
              <a:rPr lang="en-US" sz="1800" b="0" i="0" u="none" strike="noStrike" kern="1200" cap="none" spc="0" baseline="0">
                <a:solidFill>
                  <a:srgbClr val="FFFFFF"/>
                </a:solidFill>
                <a:uFillTx/>
                <a:latin typeface="Calibri"/>
              </a:rPr>
              <a:t>Selected Domain –</a:t>
            </a:r>
            <a:r>
              <a:rPr lang="en-IN" sz="1800" b="0" i="0" u="none" strike="noStrike" kern="1200" cap="none" spc="0" baseline="0">
                <a:solidFill>
                  <a:srgbClr val="FFFFFF"/>
                </a:solidFill>
                <a:uFillTx/>
                <a:latin typeface="Calibri"/>
              </a:rPr>
              <a:t> #5</a:t>
            </a:r>
            <a:endParaRPr lang="en-US" sz="1800" b="0" i="0" u="none" strike="noStrike" kern="1200" cap="none" spc="0" baseline="0">
              <a:solidFill>
                <a:srgbClr val="0E2A2F"/>
              </a:solidFill>
              <a:uFillTx/>
              <a:latin typeface="Calibri"/>
            </a:endParaRPr>
          </a:p>
          <a:p>
            <a:pPr marL="279404" marR="0" lvl="0" indent="-279404" algn="l" defTabSz="914400" rtl="0" fontAlgn="auto" hangingPunct="1">
              <a:lnSpc>
                <a:spcPct val="100000"/>
              </a:lnSpc>
              <a:spcBef>
                <a:spcPts val="0"/>
              </a:spcBef>
              <a:spcAft>
                <a:spcPts val="1400"/>
              </a:spcAft>
              <a:buClr>
                <a:srgbClr val="7AC143"/>
              </a:buClr>
              <a:buSzPct val="100000"/>
              <a:buChar char="•"/>
              <a:tabLst/>
              <a:defRPr sz="1800" b="0" i="0" u="none" strike="noStrike" kern="0" cap="none" spc="0" baseline="0">
                <a:solidFill>
                  <a:srgbClr val="000000"/>
                </a:solidFill>
                <a:uFillTx/>
              </a:defRPr>
            </a:pPr>
            <a:r>
              <a:rPr lang="en-US" sz="1800" b="0" i="0" u="none" strike="noStrike" kern="1200" cap="none" spc="0" baseline="0">
                <a:solidFill>
                  <a:srgbClr val="FFFFFF"/>
                </a:solidFill>
                <a:uFillTx/>
                <a:latin typeface="Calibri"/>
              </a:rPr>
              <a:t>Problem Statement –</a:t>
            </a:r>
            <a:r>
              <a:rPr lang="en-IN" sz="1800" b="0" i="0" u="none" strike="noStrike" kern="1200" cap="none" spc="0" baseline="0">
                <a:solidFill>
                  <a:srgbClr val="FFFFFF"/>
                </a:solidFill>
                <a:uFillTx/>
                <a:latin typeface="Calibri"/>
              </a:rPr>
              <a:t>  Plants often wither or die when people travel or get busy because manual care like watering, lighting, and fertilizing is inconsistent and unreliable. Without an automated way to manage these needs, keeping plants healthy requires constant daily attention, leading to high rates of plant neglect.</a:t>
            </a:r>
            <a:endParaRPr lang="en-US" sz="1800" b="0" i="0" u="none" strike="noStrike" kern="1200" cap="none" spc="0" baseline="0">
              <a:solidFill>
                <a:srgbClr val="0E2A2F"/>
              </a:solidFill>
              <a:uFillTx/>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a:extLst>
              <a:ext uri="{FF2B5EF4-FFF2-40B4-BE49-F238E27FC236}">
                <a16:creationId xmlns:a16="http://schemas.microsoft.com/office/drawing/2014/main" id="{50890978-7FD0-EAFE-1D54-F77E6DC855F8}"/>
              </a:ext>
            </a:extLst>
          </p:cNvPr>
          <p:cNvSpPr txBox="1">
            <a:spLocks noGrp="1"/>
          </p:cNvSpPr>
          <p:nvPr>
            <p:ph type="title"/>
          </p:nvPr>
        </p:nvSpPr>
        <p:spPr>
          <a:xfrm>
            <a:off x="3246120" y="320040"/>
            <a:ext cx="7498079" cy="822960"/>
          </a:xfrm>
        </p:spPr>
        <p:txBody>
          <a:bodyPr lIns="0" tIns="0" rIns="0" bIns="0" anchor="ctr"/>
          <a:lstStyle/>
          <a:p>
            <a:pPr lvl="0"/>
            <a:r>
              <a:rPr lang="en-US"/>
              <a:t>DOMAIN PROBLEM IN OUR WORDS</a:t>
            </a:r>
          </a:p>
        </p:txBody>
      </p:sp>
      <p:sp>
        <p:nvSpPr>
          <p:cNvPr id="3" name="Team Badge">
            <a:extLst>
              <a:ext uri="{FF2B5EF4-FFF2-40B4-BE49-F238E27FC236}">
                <a16:creationId xmlns:a16="http://schemas.microsoft.com/office/drawing/2014/main" id="{471D1E2B-31F7-CCEF-1FDE-52EDFFEF59DA}"/>
              </a:ext>
            </a:extLst>
          </p:cNvPr>
          <p:cNvSpPr/>
          <p:nvPr/>
        </p:nvSpPr>
        <p:spPr>
          <a:xfrm>
            <a:off x="457200" y="320040"/>
            <a:ext cx="2606039" cy="822960"/>
          </a:xfrm>
          <a:custGeom>
            <a:avLst>
              <a:gd name="f0" fmla="val 288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9528" cap="flat">
            <a:solidFill>
              <a:srgbClr val="D3E6DD"/>
            </a:solidFill>
            <a:prstDash val="solid"/>
            <a:miter/>
          </a:ln>
        </p:spPr>
        <p:txBody>
          <a:bodyPr lIns="0" tIns="0" rIns="0" bIns="0"/>
          <a:lstStyle/>
          <a:p>
            <a:endParaRPr lang="en-US"/>
          </a:p>
        </p:txBody>
      </p:sp>
      <p:sp>
        <p:nvSpPr>
          <p:cNvPr id="4" name="Team Icon Hex">
            <a:extLst>
              <a:ext uri="{FF2B5EF4-FFF2-40B4-BE49-F238E27FC236}">
                <a16:creationId xmlns:a16="http://schemas.microsoft.com/office/drawing/2014/main" id="{C67FB063-5AD5-960E-D058-693019374D0E}"/>
              </a:ext>
            </a:extLst>
          </p:cNvPr>
          <p:cNvSpPr/>
          <p:nvPr/>
        </p:nvSpPr>
        <p:spPr>
          <a:xfrm>
            <a:off x="603504" y="457200"/>
            <a:ext cx="630936" cy="548640"/>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F3F8F5"/>
          </a:solidFill>
          <a:ln w="9528" cap="flat">
            <a:solidFill>
              <a:srgbClr val="D3E6DD"/>
            </a:solidFill>
            <a:prstDash val="solid"/>
            <a:miter/>
          </a:ln>
        </p:spPr>
        <p:txBody>
          <a:bodyPr lIns="0" tIns="0" rIns="0" bIns="0"/>
          <a:lstStyle/>
          <a:p>
            <a:endParaRPr lang="en-US"/>
          </a:p>
        </p:txBody>
      </p:sp>
      <p:pic>
        <p:nvPicPr>
          <p:cNvPr id="5" name="Team Icon" descr="Team icon">
            <a:extLst>
              <a:ext uri="{FF2B5EF4-FFF2-40B4-BE49-F238E27FC236}">
                <a16:creationId xmlns:a16="http://schemas.microsoft.com/office/drawing/2014/main" id="{5AE62CBA-F5A8-C53B-6BD0-F907B7C16AC1}"/>
              </a:ext>
            </a:extLst>
          </p:cNvPr>
          <p:cNvPicPr>
            <a:picLocks noChangeAspect="1"/>
          </p:cNvPicPr>
          <p:nvPr/>
        </p:nvPicPr>
        <p:blipFill>
          <a:blip r:embed="rId3"/>
          <a:stretch>
            <a:fillRect/>
          </a:stretch>
        </p:blipFill>
        <p:spPr>
          <a:xfrm>
            <a:off x="736092" y="548640"/>
            <a:ext cx="365760" cy="365760"/>
          </a:xfrm>
          <a:prstGeom prst="rect">
            <a:avLst/>
          </a:prstGeom>
          <a:noFill/>
          <a:ln cap="flat">
            <a:noFill/>
          </a:ln>
        </p:spPr>
      </p:pic>
      <p:sp>
        <p:nvSpPr>
          <p:cNvPr id="6" name="Team Name">
            <a:extLst>
              <a:ext uri="{FF2B5EF4-FFF2-40B4-BE49-F238E27FC236}">
                <a16:creationId xmlns:a16="http://schemas.microsoft.com/office/drawing/2014/main" id="{0332C433-1162-8F8B-8BA8-2DCAC0272EAB}"/>
              </a:ext>
            </a:extLst>
          </p:cNvPr>
          <p:cNvSpPr txBox="1"/>
          <p:nvPr/>
        </p:nvSpPr>
        <p:spPr>
          <a:xfrm>
            <a:off x="1371600" y="384048"/>
            <a:ext cx="1627632" cy="694944"/>
          </a:xfrm>
          <a:prstGeom prst="rect">
            <a:avLst/>
          </a:prstGeom>
          <a:noFill/>
          <a:ln cap="flat">
            <a:noFill/>
          </a:ln>
        </p:spPr>
        <p:txBody>
          <a:bodyPr vert="horz" wrap="square" lIns="0" tIns="0" rIns="0" bIns="0" anchor="ctr" anchorCtr="0" compatLnSpc="1">
            <a:norm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1" i="0" u="none" strike="noStrike" kern="0" cap="none" spc="300" baseline="0" dirty="0">
                <a:solidFill>
                  <a:srgbClr val="5B6F6B"/>
                </a:solidFill>
                <a:uFillTx/>
                <a:latin typeface="Calibri"/>
              </a:rPr>
              <a:t>TEAM</a:t>
            </a:r>
            <a:endParaRPr lang="en-US" sz="900" b="0" i="0" u="none" strike="noStrike" kern="1200" cap="none" spc="0" baseline="0" dirty="0">
              <a:solidFill>
                <a:srgbClr val="0E2A2F"/>
              </a:solidFill>
              <a:uFillTx/>
              <a:latin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500" b="1" dirty="0">
                <a:solidFill>
                  <a:srgbClr val="026855"/>
                </a:solidFill>
                <a:latin typeface="Calibri"/>
              </a:rPr>
              <a:t>CODEHOLICS </a:t>
            </a:r>
            <a:endParaRPr lang="en-US" sz="900" b="0" i="0" u="none" strike="noStrike" kern="1200" cap="none" spc="0" baseline="0" dirty="0">
              <a:solidFill>
                <a:srgbClr val="0E2A2F"/>
              </a:solidFill>
              <a:uFillTx/>
              <a:latin typeface="Calibri"/>
            </a:endParaRPr>
          </a:p>
        </p:txBody>
      </p:sp>
      <p:sp>
        <p:nvSpPr>
          <p:cNvPr id="7" name="Lead Icon Hex">
            <a:extLst>
              <a:ext uri="{FF2B5EF4-FFF2-40B4-BE49-F238E27FC236}">
                <a16:creationId xmlns:a16="http://schemas.microsoft.com/office/drawing/2014/main" id="{BC4A2BDA-2E59-F813-6652-C0FB0CA346EF}"/>
              </a:ext>
            </a:extLst>
          </p:cNvPr>
          <p:cNvSpPr/>
          <p:nvPr/>
        </p:nvSpPr>
        <p:spPr>
          <a:xfrm>
            <a:off x="548640" y="1463040"/>
            <a:ext cx="457200" cy="395935"/>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7AC143"/>
          </a:solidFill>
          <a:ln cap="flat">
            <a:noFill/>
            <a:prstDash val="solid"/>
          </a:ln>
        </p:spPr>
        <p:txBody>
          <a:bodyPr lIns="0" tIns="0" rIns="0" bIns="0"/>
          <a:lstStyle/>
          <a:p>
            <a:endParaRPr lang="en-US"/>
          </a:p>
        </p:txBody>
      </p:sp>
      <p:pic>
        <p:nvPicPr>
          <p:cNvPr id="8" name="Lead Icon" descr="Lightbulb icon">
            <a:extLst>
              <a:ext uri="{FF2B5EF4-FFF2-40B4-BE49-F238E27FC236}">
                <a16:creationId xmlns:a16="http://schemas.microsoft.com/office/drawing/2014/main" id="{6DF9B0BA-F327-E80D-598B-503F43800796}"/>
              </a:ext>
            </a:extLst>
          </p:cNvPr>
          <p:cNvPicPr>
            <a:picLocks noChangeAspect="1"/>
          </p:cNvPicPr>
          <p:nvPr/>
        </p:nvPicPr>
        <p:blipFill>
          <a:blip r:embed="rId4"/>
          <a:stretch>
            <a:fillRect/>
          </a:stretch>
        </p:blipFill>
        <p:spPr>
          <a:xfrm>
            <a:off x="640080" y="1523390"/>
            <a:ext cx="274320" cy="274320"/>
          </a:xfrm>
          <a:prstGeom prst="rect">
            <a:avLst/>
          </a:prstGeom>
          <a:noFill/>
          <a:ln cap="flat">
            <a:noFill/>
          </a:ln>
        </p:spPr>
      </p:pic>
      <p:sp>
        <p:nvSpPr>
          <p:cNvPr id="9" name="Lead Text">
            <a:extLst>
              <a:ext uri="{FF2B5EF4-FFF2-40B4-BE49-F238E27FC236}">
                <a16:creationId xmlns:a16="http://schemas.microsoft.com/office/drawing/2014/main" id="{E0FB7AD8-7165-2FC0-9B19-633EF67BF68D}"/>
              </a:ext>
            </a:extLst>
          </p:cNvPr>
          <p:cNvSpPr txBox="1"/>
          <p:nvPr/>
        </p:nvSpPr>
        <p:spPr>
          <a:xfrm>
            <a:off x="1170432" y="1417320"/>
            <a:ext cx="9601200" cy="502920"/>
          </a:xfrm>
          <a:prstGeom prst="rect">
            <a:avLst/>
          </a:prstGeom>
          <a:noFill/>
          <a:ln cap="flat">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94542"/>
                </a:solidFill>
                <a:uFillTx/>
                <a:latin typeface="Calibri"/>
              </a:rPr>
              <a:t>Explain the problem in your domain simply, in your own words</a:t>
            </a:r>
            <a:endParaRPr lang="en-US" sz="1800" b="0" i="0" u="none" strike="noStrike" kern="1200" cap="none" spc="0" baseline="0">
              <a:solidFill>
                <a:srgbClr val="0E2A2F"/>
              </a:solidFill>
              <a:uFillTx/>
              <a:latin typeface="Calibri"/>
            </a:endParaRPr>
          </a:p>
        </p:txBody>
      </p:sp>
      <p:sp>
        <p:nvSpPr>
          <p:cNvPr id="10" name="Prompts">
            <a:extLst>
              <a:ext uri="{FF2B5EF4-FFF2-40B4-BE49-F238E27FC236}">
                <a16:creationId xmlns:a16="http://schemas.microsoft.com/office/drawing/2014/main" id="{CBE9DE1F-13B3-E6DD-BC4C-56AF1F77A218}"/>
              </a:ext>
            </a:extLst>
          </p:cNvPr>
          <p:cNvSpPr txBox="1"/>
          <p:nvPr/>
        </p:nvSpPr>
        <p:spPr>
          <a:xfrm>
            <a:off x="868680" y="2148839"/>
            <a:ext cx="10424160" cy="4030830"/>
          </a:xfrm>
          <a:prstGeom prst="rect">
            <a:avLst/>
          </a:prstGeom>
          <a:noFill/>
          <a:ln cap="flat">
            <a:noFill/>
          </a:ln>
        </p:spPr>
        <p:txBody>
          <a:bodyPr vert="horz" wrap="square" lIns="0" tIns="0" rIns="0" bIns="0" anchor="t" anchorCtr="0" compatLnSpc="1">
            <a:noAutofit/>
          </a:bodyPr>
          <a:lstStyle/>
          <a:p>
            <a:pPr marL="279404" marR="0" lvl="0" indent="-279404" algn="l" defTabSz="914400" rtl="0" fontAlgn="auto" hangingPunct="1">
              <a:lnSpc>
                <a:spcPct val="100000"/>
              </a:lnSpc>
              <a:spcBef>
                <a:spcPts val="0"/>
              </a:spcBef>
              <a:spcAft>
                <a:spcPts val="1000"/>
              </a:spcAft>
              <a:buClr>
                <a:srgbClr val="026855"/>
              </a:buClr>
              <a:buSzPct val="100000"/>
              <a:buChar char="•"/>
              <a:tabLst/>
              <a:defRPr sz="1800" b="0" i="0" u="none" strike="noStrike" kern="0" cap="none" spc="0" baseline="0">
                <a:solidFill>
                  <a:srgbClr val="000000"/>
                </a:solidFill>
                <a:uFillTx/>
              </a:defRPr>
            </a:pPr>
            <a:r>
              <a:rPr lang="en-US" sz="1800" b="0" i="0" u="none" strike="noStrike" kern="1200" cap="none" spc="0" baseline="0">
                <a:solidFill>
                  <a:srgbClr val="0E2A2F"/>
                </a:solidFill>
                <a:uFillTx/>
                <a:latin typeface="Calibri"/>
              </a:rPr>
              <a:t>What exactly needs to be solved?</a:t>
            </a:r>
            <a:endParaRPr lang="en-IN" sz="1800" b="0" i="0" u="none" strike="noStrike" kern="1200" cap="none" spc="0" baseline="0">
              <a:solidFill>
                <a:srgbClr val="0E2A2F"/>
              </a:solidFill>
              <a:uFillTx/>
              <a:latin typeface="Calibri"/>
            </a:endParaRPr>
          </a:p>
          <a:p>
            <a:pPr marL="0" marR="0" lvl="0" indent="0" algn="l" defTabSz="914400" rtl="0" fontAlgn="auto" hangingPunct="1">
              <a:lnSpc>
                <a:spcPct val="100000"/>
              </a:lnSpc>
              <a:spcBef>
                <a:spcPts val="0"/>
              </a:spcBef>
              <a:spcAft>
                <a:spcPts val="1000"/>
              </a:spcAft>
              <a:buNone/>
              <a:tabLst/>
              <a:defRPr sz="1800" b="0" i="0" u="none" strike="noStrike" kern="0" cap="none" spc="0" baseline="0">
                <a:solidFill>
                  <a:srgbClr val="000000"/>
                </a:solidFill>
                <a:uFillTx/>
              </a:defRPr>
            </a:pPr>
            <a:r>
              <a:rPr lang="en-IN" sz="1800" b="0" i="0" u="none" strike="noStrike" kern="1200" cap="none" spc="0" baseline="0">
                <a:solidFill>
                  <a:srgbClr val="0E2A2F"/>
                </a:solidFill>
                <a:uFillTx/>
                <a:latin typeface="Calibri"/>
              </a:rPr>
              <a:t>       The constant guesswork and neglect in plant care. When people travel or get busy, plants wither because  manual watering, lighting, and fertilizing are unreliable. Our project eliminates this human error through a closed-loop system that automatically handles water, nutrients, and light on its own.</a:t>
            </a:r>
          </a:p>
          <a:p>
            <a:pPr marL="279404" marR="0" lvl="0" indent="-279404" algn="l" defTabSz="914400" rtl="0" fontAlgn="auto" hangingPunct="1">
              <a:lnSpc>
                <a:spcPct val="100000"/>
              </a:lnSpc>
              <a:spcBef>
                <a:spcPts val="0"/>
              </a:spcBef>
              <a:spcAft>
                <a:spcPts val="1000"/>
              </a:spcAft>
              <a:buClr>
                <a:srgbClr val="026855"/>
              </a:buClr>
              <a:buSzPct val="100000"/>
              <a:buChar char="•"/>
              <a:tabLst/>
              <a:defRPr sz="1800" b="0" i="0" u="none" strike="noStrike" kern="0" cap="none" spc="0" baseline="0">
                <a:solidFill>
                  <a:srgbClr val="000000"/>
                </a:solidFill>
                <a:uFillTx/>
              </a:defRPr>
            </a:pPr>
            <a:r>
              <a:rPr lang="en-US" sz="1800" b="0" i="0" u="none" strike="noStrike" kern="1200" cap="none" spc="0" baseline="0">
                <a:solidFill>
                  <a:srgbClr val="0E2A2F"/>
                </a:solidFill>
                <a:uFillTx/>
                <a:latin typeface="Calibri"/>
              </a:rPr>
              <a:t>Why is it Important right now?</a:t>
            </a:r>
            <a:endParaRPr lang="en-IN" sz="1800" b="0" i="0" u="none" strike="noStrike" kern="1200" cap="none" spc="0" baseline="0">
              <a:solidFill>
                <a:srgbClr val="0E2A2F"/>
              </a:solidFill>
              <a:uFillTx/>
              <a:latin typeface="Calibri"/>
            </a:endParaRPr>
          </a:p>
          <a:p>
            <a:pPr marL="0" marR="0" lvl="0" indent="0" algn="l" defTabSz="914400" rtl="0" fontAlgn="auto" hangingPunct="1">
              <a:lnSpc>
                <a:spcPct val="100000"/>
              </a:lnSpc>
              <a:spcBef>
                <a:spcPts val="0"/>
              </a:spcBef>
              <a:spcAft>
                <a:spcPts val="1000"/>
              </a:spcAft>
              <a:buNone/>
              <a:tabLst/>
              <a:defRPr sz="1800" b="0" i="0" u="none" strike="noStrike" kern="0" cap="none" spc="0" baseline="0">
                <a:solidFill>
                  <a:srgbClr val="000000"/>
                </a:solidFill>
                <a:uFillTx/>
              </a:defRPr>
            </a:pPr>
            <a:r>
              <a:rPr lang="en-IN" sz="1800" b="0" i="0" u="none" strike="noStrike" kern="1200" cap="none" spc="0" baseline="0">
                <a:solidFill>
                  <a:srgbClr val="0E2A2F"/>
                </a:solidFill>
                <a:uFillTx/>
                <a:latin typeface="Calibri"/>
              </a:rPr>
              <a:t>      Busy urban lifestyles meet the need for sustainable tech. With more people living in apartments and traveling frequently, urban gardening is growing-yet people lack the time to care for plants properly. At the same time, traditional systems waste energy. Our 100% solar-powered solution solves the neglect problem sustainably and off-grid.</a:t>
            </a:r>
            <a:endParaRPr lang="en-US" sz="1800" b="0" i="0" u="none" strike="noStrike" kern="1200" cap="none" spc="0" baseline="0">
              <a:solidFill>
                <a:srgbClr val="0E2A2F"/>
              </a:solidFill>
              <a:uFillTx/>
              <a:latin typeface="Calibri"/>
            </a:endParaRPr>
          </a:p>
        </p:txBody>
      </p:sp>
      <p:sp>
        <p:nvSpPr>
          <p:cNvPr id="11" name="Slide Number Placeholder 0">
            <a:extLst>
              <a:ext uri="{FF2B5EF4-FFF2-40B4-BE49-F238E27FC236}">
                <a16:creationId xmlns:a16="http://schemas.microsoft.com/office/drawing/2014/main" id="{ED27987F-F5CD-A240-548D-FAD90A4836B0}"/>
              </a:ext>
            </a:extLst>
          </p:cNvPr>
          <p:cNvSpPr txBox="1">
            <a:spLocks noGrp="1"/>
          </p:cNvSpPr>
          <p:nvPr/>
        </p:nvSpPr>
        <p:spPr>
          <a:xfrm>
            <a:off x="11259007" y="6409944"/>
            <a:ext cx="457200" cy="395935"/>
          </a:xfrm>
          <a:prstGeom prst="rect">
            <a:avLst/>
          </a:prstGeom>
          <a:noFill/>
          <a:ln/>
        </p:spPr>
        <p:txBody>
          <a:bodyPr vert="horz" wrap="square" lIns="0" tIns="0" rIns="0" bIns="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2A32DD77-119E-41C0-AAFF-0AFE30D525F9}" type="slidenum">
              <a:rPr kumimoji="0" lang="en-US" sz="1100" b="1" i="0" u="none" strike="noStrike" kern="1200" cap="none" spc="0" normalizeH="0" baseline="0" noProof="0" smtClean="0">
                <a:ln>
                  <a:noFill/>
                </a:ln>
                <a:solidFill>
                  <a:srgbClr val="052B35"/>
                </a:solidFill>
                <a:effectLst/>
                <a:uLnTx/>
                <a:uFillTx/>
                <a:latin typeface="Calibri"/>
                <a:ea typeface="Calibri"/>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100" b="0" i="0" u="none" strike="noStrike" kern="1200" cap="none" spc="0" normalizeH="0" baseline="0" noProof="0">
              <a:ln>
                <a:noFill/>
              </a:ln>
              <a:solidFill>
                <a:srgbClr val="052B35"/>
              </a:solidFill>
              <a:effectLst/>
              <a:uLnTx/>
              <a:uFillTx/>
              <a:latin typeface="Calibri"/>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a:extLst>
              <a:ext uri="{FF2B5EF4-FFF2-40B4-BE49-F238E27FC236}">
                <a16:creationId xmlns:a16="http://schemas.microsoft.com/office/drawing/2014/main" id="{C840F6FC-DB3B-EDD8-ED59-833225835F8A}"/>
              </a:ext>
            </a:extLst>
          </p:cNvPr>
          <p:cNvSpPr txBox="1">
            <a:spLocks noGrp="1"/>
          </p:cNvSpPr>
          <p:nvPr>
            <p:ph type="title"/>
          </p:nvPr>
        </p:nvSpPr>
        <p:spPr>
          <a:xfrm>
            <a:off x="3246120" y="320040"/>
            <a:ext cx="7498079" cy="822960"/>
          </a:xfrm>
        </p:spPr>
        <p:txBody>
          <a:bodyPr lIns="0" tIns="0" rIns="0" bIns="0" anchor="ctr"/>
          <a:lstStyle/>
          <a:p>
            <a:pPr lvl="0"/>
            <a:r>
              <a:rPr lang="en-US"/>
              <a:t>WHO IS AFFECTED?</a:t>
            </a:r>
          </a:p>
        </p:txBody>
      </p:sp>
      <p:sp>
        <p:nvSpPr>
          <p:cNvPr id="3" name="Team Badge">
            <a:extLst>
              <a:ext uri="{FF2B5EF4-FFF2-40B4-BE49-F238E27FC236}">
                <a16:creationId xmlns:a16="http://schemas.microsoft.com/office/drawing/2014/main" id="{8D40775B-C04B-C114-B522-73B3D158A85E}"/>
              </a:ext>
            </a:extLst>
          </p:cNvPr>
          <p:cNvSpPr/>
          <p:nvPr/>
        </p:nvSpPr>
        <p:spPr>
          <a:xfrm>
            <a:off x="457200" y="320040"/>
            <a:ext cx="2606039" cy="822960"/>
          </a:xfrm>
          <a:custGeom>
            <a:avLst>
              <a:gd name="f0" fmla="val 288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9528" cap="flat">
            <a:solidFill>
              <a:srgbClr val="D3E6DD"/>
            </a:solidFill>
            <a:prstDash val="solid"/>
            <a:miter/>
          </a:ln>
        </p:spPr>
        <p:txBody>
          <a:bodyPr lIns="0" tIns="0" rIns="0" bIns="0"/>
          <a:lstStyle/>
          <a:p>
            <a:endParaRPr lang="en-US"/>
          </a:p>
        </p:txBody>
      </p:sp>
      <p:sp>
        <p:nvSpPr>
          <p:cNvPr id="4" name="Team Icon Hex">
            <a:extLst>
              <a:ext uri="{FF2B5EF4-FFF2-40B4-BE49-F238E27FC236}">
                <a16:creationId xmlns:a16="http://schemas.microsoft.com/office/drawing/2014/main" id="{BD2DC71A-21F9-6D38-1D62-FAEFEB915C5D}"/>
              </a:ext>
            </a:extLst>
          </p:cNvPr>
          <p:cNvSpPr/>
          <p:nvPr/>
        </p:nvSpPr>
        <p:spPr>
          <a:xfrm>
            <a:off x="603504" y="457200"/>
            <a:ext cx="630936" cy="548640"/>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F3F8F5"/>
          </a:solidFill>
          <a:ln w="9528" cap="flat">
            <a:solidFill>
              <a:srgbClr val="D3E6DD"/>
            </a:solidFill>
            <a:prstDash val="solid"/>
            <a:miter/>
          </a:ln>
        </p:spPr>
        <p:txBody>
          <a:bodyPr lIns="0" tIns="0" rIns="0" bIns="0"/>
          <a:lstStyle/>
          <a:p>
            <a:endParaRPr lang="en-US"/>
          </a:p>
        </p:txBody>
      </p:sp>
      <p:pic>
        <p:nvPicPr>
          <p:cNvPr id="5" name="Team Icon" descr="Team icon">
            <a:extLst>
              <a:ext uri="{FF2B5EF4-FFF2-40B4-BE49-F238E27FC236}">
                <a16:creationId xmlns:a16="http://schemas.microsoft.com/office/drawing/2014/main" id="{9E68B111-BB76-A39B-B9DA-A1E1538F5790}"/>
              </a:ext>
            </a:extLst>
          </p:cNvPr>
          <p:cNvPicPr>
            <a:picLocks noChangeAspect="1"/>
          </p:cNvPicPr>
          <p:nvPr/>
        </p:nvPicPr>
        <p:blipFill>
          <a:blip r:embed="rId3"/>
          <a:stretch>
            <a:fillRect/>
          </a:stretch>
        </p:blipFill>
        <p:spPr>
          <a:xfrm>
            <a:off x="736092" y="548640"/>
            <a:ext cx="365760" cy="365760"/>
          </a:xfrm>
          <a:prstGeom prst="rect">
            <a:avLst/>
          </a:prstGeom>
          <a:noFill/>
          <a:ln cap="flat">
            <a:noFill/>
          </a:ln>
        </p:spPr>
      </p:pic>
      <p:sp>
        <p:nvSpPr>
          <p:cNvPr id="6" name="Team Name">
            <a:extLst>
              <a:ext uri="{FF2B5EF4-FFF2-40B4-BE49-F238E27FC236}">
                <a16:creationId xmlns:a16="http://schemas.microsoft.com/office/drawing/2014/main" id="{A7296451-1E44-F536-69F3-A0A87EDC7CBE}"/>
              </a:ext>
            </a:extLst>
          </p:cNvPr>
          <p:cNvSpPr txBox="1"/>
          <p:nvPr/>
        </p:nvSpPr>
        <p:spPr>
          <a:xfrm>
            <a:off x="1371600" y="384048"/>
            <a:ext cx="1627632" cy="694944"/>
          </a:xfrm>
          <a:prstGeom prst="rect">
            <a:avLst/>
          </a:prstGeom>
          <a:noFill/>
          <a:ln cap="flat">
            <a:noFill/>
          </a:ln>
        </p:spPr>
        <p:txBody>
          <a:bodyPr vert="horz" wrap="square" lIns="0" tIns="0" rIns="0" bIns="0" anchor="ctr" anchorCtr="0" compatLnSpc="1">
            <a:norm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1" i="0" u="none" strike="noStrike" kern="0" cap="none" spc="300" baseline="0" dirty="0">
                <a:solidFill>
                  <a:srgbClr val="5B6F6B"/>
                </a:solidFill>
                <a:uFillTx/>
                <a:latin typeface="Calibri"/>
              </a:rPr>
              <a:t>TEAM</a:t>
            </a:r>
            <a:endParaRPr lang="en-US" sz="900" b="0" i="0" u="none" strike="noStrike" kern="1200" cap="none" spc="0" baseline="0" dirty="0">
              <a:solidFill>
                <a:srgbClr val="0E2A2F"/>
              </a:solidFill>
              <a:uFillTx/>
              <a:latin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500" b="1" dirty="0">
                <a:solidFill>
                  <a:srgbClr val="026855"/>
                </a:solidFill>
                <a:latin typeface="Calibri"/>
              </a:rPr>
              <a:t>CODEHOLICS </a:t>
            </a:r>
            <a:endParaRPr lang="en-US" sz="900" b="0" i="0" u="none" strike="noStrike" kern="1200" cap="none" spc="0" baseline="0" dirty="0">
              <a:solidFill>
                <a:srgbClr val="0E2A2F"/>
              </a:solidFill>
              <a:uFillTx/>
              <a:latin typeface="Calibri"/>
            </a:endParaRPr>
          </a:p>
        </p:txBody>
      </p:sp>
      <p:sp>
        <p:nvSpPr>
          <p:cNvPr id="7" name="Lead Icon Hex">
            <a:extLst>
              <a:ext uri="{FF2B5EF4-FFF2-40B4-BE49-F238E27FC236}">
                <a16:creationId xmlns:a16="http://schemas.microsoft.com/office/drawing/2014/main" id="{1597DF0B-0BDE-CFD8-A273-C910ECC5EC85}"/>
              </a:ext>
            </a:extLst>
          </p:cNvPr>
          <p:cNvSpPr/>
          <p:nvPr/>
        </p:nvSpPr>
        <p:spPr>
          <a:xfrm>
            <a:off x="548640" y="1463040"/>
            <a:ext cx="457200" cy="395935"/>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7AC143"/>
          </a:solidFill>
          <a:ln cap="flat">
            <a:noFill/>
            <a:prstDash val="solid"/>
          </a:ln>
        </p:spPr>
        <p:txBody>
          <a:bodyPr lIns="0" tIns="0" rIns="0" bIns="0"/>
          <a:lstStyle/>
          <a:p>
            <a:endParaRPr lang="en-US"/>
          </a:p>
        </p:txBody>
      </p:sp>
      <p:pic>
        <p:nvPicPr>
          <p:cNvPr id="8" name="Lead Icon" descr="Lightbulb icon">
            <a:extLst>
              <a:ext uri="{FF2B5EF4-FFF2-40B4-BE49-F238E27FC236}">
                <a16:creationId xmlns:a16="http://schemas.microsoft.com/office/drawing/2014/main" id="{D0EA6BD4-A611-6AD9-A9AA-9CF7C587EE1F}"/>
              </a:ext>
            </a:extLst>
          </p:cNvPr>
          <p:cNvPicPr>
            <a:picLocks noChangeAspect="1"/>
          </p:cNvPicPr>
          <p:nvPr/>
        </p:nvPicPr>
        <p:blipFill>
          <a:blip r:embed="rId4"/>
          <a:stretch>
            <a:fillRect/>
          </a:stretch>
        </p:blipFill>
        <p:spPr>
          <a:xfrm>
            <a:off x="640080" y="1523390"/>
            <a:ext cx="274320" cy="274320"/>
          </a:xfrm>
          <a:prstGeom prst="rect">
            <a:avLst/>
          </a:prstGeom>
          <a:noFill/>
          <a:ln cap="flat">
            <a:noFill/>
          </a:ln>
        </p:spPr>
      </p:pic>
      <p:sp>
        <p:nvSpPr>
          <p:cNvPr id="9" name="Lead Text">
            <a:extLst>
              <a:ext uri="{FF2B5EF4-FFF2-40B4-BE49-F238E27FC236}">
                <a16:creationId xmlns:a16="http://schemas.microsoft.com/office/drawing/2014/main" id="{45C085E6-ED13-4E15-2048-8225D275A87B}"/>
              </a:ext>
            </a:extLst>
          </p:cNvPr>
          <p:cNvSpPr txBox="1"/>
          <p:nvPr/>
        </p:nvSpPr>
        <p:spPr>
          <a:xfrm>
            <a:off x="1170432" y="1417320"/>
            <a:ext cx="9601200" cy="502920"/>
          </a:xfrm>
          <a:prstGeom prst="rect">
            <a:avLst/>
          </a:prstGeom>
          <a:noFill/>
          <a:ln cap="flat">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94542"/>
                </a:solidFill>
                <a:uFillTx/>
                <a:latin typeface="Calibri"/>
              </a:rPr>
              <a:t>Target users, stakeholders, beneficiaries</a:t>
            </a:r>
            <a:endParaRPr lang="en-US" sz="1800" b="0" i="0" u="none" strike="noStrike" kern="1200" cap="none" spc="0" baseline="0">
              <a:solidFill>
                <a:srgbClr val="0E2A2F"/>
              </a:solidFill>
              <a:uFillTx/>
              <a:latin typeface="Calibri"/>
            </a:endParaRPr>
          </a:p>
        </p:txBody>
      </p:sp>
      <p:sp>
        <p:nvSpPr>
          <p:cNvPr id="10" name="Prompts">
            <a:extLst>
              <a:ext uri="{FF2B5EF4-FFF2-40B4-BE49-F238E27FC236}">
                <a16:creationId xmlns:a16="http://schemas.microsoft.com/office/drawing/2014/main" id="{56702FFA-C1B0-5864-F64F-8413F451C609}"/>
              </a:ext>
            </a:extLst>
          </p:cNvPr>
          <p:cNvSpPr txBox="1"/>
          <p:nvPr/>
        </p:nvSpPr>
        <p:spPr>
          <a:xfrm>
            <a:off x="1101851" y="2326123"/>
            <a:ext cx="10424160" cy="2329854"/>
          </a:xfrm>
          <a:prstGeom prst="rect">
            <a:avLst/>
          </a:prstGeom>
          <a:noFill/>
          <a:ln cap="flat">
            <a:noFill/>
          </a:ln>
        </p:spPr>
        <p:txBody>
          <a:bodyPr vert="horz" wrap="square" lIns="0" tIns="0" rIns="0" bIns="0" anchor="t" anchorCtr="0" compatLnSpc="1">
            <a:noAutofit/>
          </a:bodyPr>
          <a:lstStyle/>
          <a:p>
            <a:pPr marL="279404" marR="0" lvl="0" indent="-279404" algn="l" defTabSz="914400" rtl="0" fontAlgn="auto" hangingPunct="1">
              <a:lnSpc>
                <a:spcPct val="100000"/>
              </a:lnSpc>
              <a:spcBef>
                <a:spcPts val="0"/>
              </a:spcBef>
              <a:spcAft>
                <a:spcPts val="1000"/>
              </a:spcAft>
              <a:buClr>
                <a:srgbClr val="026855"/>
              </a:buClr>
              <a:buSzPct val="100000"/>
              <a:buChar char="•"/>
              <a:tabLst/>
              <a:defRPr sz="1800" b="0" i="0" u="none" strike="noStrike" kern="0" cap="none" spc="0" baseline="0">
                <a:solidFill>
                  <a:srgbClr val="000000"/>
                </a:solidFill>
                <a:uFillTx/>
              </a:defRPr>
            </a:pPr>
            <a:r>
              <a:rPr lang="en-US" sz="2400" b="0" i="0" u="none" strike="noStrike" kern="1200" cap="none" spc="0" baseline="0">
                <a:solidFill>
                  <a:srgbClr val="0E2A2F"/>
                </a:solidFill>
                <a:uFillTx/>
                <a:latin typeface="Calibri"/>
              </a:rPr>
              <a:t>Urban gardeners and apartment residents: People who love growing indoor plants or balcony gardens but frequently travel or face tight work schedules, leading to plant neglect</a:t>
            </a:r>
          </a:p>
          <a:p>
            <a:pPr marL="279404" marR="0" lvl="0" indent="-279404" algn="l" defTabSz="914400" rtl="0" fontAlgn="auto" hangingPunct="1">
              <a:lnSpc>
                <a:spcPct val="100000"/>
              </a:lnSpc>
              <a:spcBef>
                <a:spcPts val="0"/>
              </a:spcBef>
              <a:spcAft>
                <a:spcPts val="1000"/>
              </a:spcAft>
              <a:buClr>
                <a:srgbClr val="026855"/>
              </a:buClr>
              <a:buSzPct val="100000"/>
              <a:buChar char="•"/>
              <a:tabLst/>
              <a:defRPr sz="1800" b="0" i="0" u="none" strike="noStrike" kern="0" cap="none" spc="0" baseline="0">
                <a:solidFill>
                  <a:srgbClr val="000000"/>
                </a:solidFill>
                <a:uFillTx/>
              </a:defRPr>
            </a:pPr>
            <a:r>
              <a:rPr lang="en-US" sz="2400" b="0" i="0" u="none" strike="noStrike" kern="1200" cap="none" spc="0" baseline="0">
                <a:solidFill>
                  <a:srgbClr val="0E2A2F"/>
                </a:solidFill>
                <a:uFillTx/>
                <a:latin typeface="Calibri"/>
              </a:rPr>
              <a:t>Small-scale hobbyists and home growers: Individuals who want fresh home-grown greens or aesthetic indoor plants but lack the specialized horticulture knowledge required to balance light, water, and nutrients correctly</a:t>
            </a:r>
            <a:r>
              <a:rPr lang="en-US" sz="1800" b="0" i="0" u="none" strike="noStrike" kern="1200" cap="none" spc="0" baseline="0">
                <a:solidFill>
                  <a:srgbClr val="0E2A2F"/>
                </a:solidFill>
                <a:uFillTx/>
                <a:latin typeface="Calibri"/>
              </a:rPr>
              <a:t>.</a:t>
            </a:r>
          </a:p>
        </p:txBody>
      </p:sp>
      <p:sp>
        <p:nvSpPr>
          <p:cNvPr id="11" name="Slide Number Placeholder 0">
            <a:extLst>
              <a:ext uri="{FF2B5EF4-FFF2-40B4-BE49-F238E27FC236}">
                <a16:creationId xmlns:a16="http://schemas.microsoft.com/office/drawing/2014/main" id="{8EA45C89-000F-AE09-88FF-7E33DE2A1599}"/>
              </a:ext>
            </a:extLst>
          </p:cNvPr>
          <p:cNvSpPr txBox="1">
            <a:spLocks noGrp="1"/>
          </p:cNvSpPr>
          <p:nvPr/>
        </p:nvSpPr>
        <p:spPr>
          <a:xfrm>
            <a:off x="11259007" y="6409944"/>
            <a:ext cx="457200" cy="395935"/>
          </a:xfrm>
          <a:prstGeom prst="rect">
            <a:avLst/>
          </a:prstGeom>
          <a:noFill/>
          <a:ln/>
        </p:spPr>
        <p:txBody>
          <a:bodyPr vert="horz" wrap="square" lIns="0" tIns="0" rIns="0" bIns="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CF26578C-2DEB-49A8-A0F2-6EEB61506F3D}" type="slidenum">
              <a:rPr kumimoji="0" lang="en-US" sz="1100" b="1" i="0" u="none" strike="noStrike" kern="1200" cap="none" spc="0" normalizeH="0" baseline="0" noProof="0" smtClean="0">
                <a:ln>
                  <a:noFill/>
                </a:ln>
                <a:solidFill>
                  <a:srgbClr val="052B35"/>
                </a:solidFill>
                <a:effectLst/>
                <a:uLnTx/>
                <a:uFillTx/>
                <a:latin typeface="Calibri"/>
                <a:ea typeface="Calibri"/>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1100" b="0" i="0" u="none" strike="noStrike" kern="1200" cap="none" spc="0" normalizeH="0" baseline="0" noProof="0">
              <a:ln>
                <a:noFill/>
              </a:ln>
              <a:solidFill>
                <a:srgbClr val="052B35"/>
              </a:solidFill>
              <a:effectLst/>
              <a:uLnTx/>
              <a:uFillTx/>
              <a:latin typeface="Calibri"/>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a:extLst>
              <a:ext uri="{FF2B5EF4-FFF2-40B4-BE49-F238E27FC236}">
                <a16:creationId xmlns:a16="http://schemas.microsoft.com/office/drawing/2014/main" id="{4BE2378E-D095-301C-BB1C-C1B4CC02CD32}"/>
              </a:ext>
            </a:extLst>
          </p:cNvPr>
          <p:cNvSpPr txBox="1">
            <a:spLocks noGrp="1"/>
          </p:cNvSpPr>
          <p:nvPr>
            <p:ph type="title"/>
          </p:nvPr>
        </p:nvSpPr>
        <p:spPr>
          <a:xfrm>
            <a:off x="3246120" y="320040"/>
            <a:ext cx="7498079" cy="822960"/>
          </a:xfrm>
        </p:spPr>
        <p:txBody>
          <a:bodyPr lIns="0" tIns="0" rIns="0" bIns="0" anchor="ctr"/>
          <a:lstStyle/>
          <a:p>
            <a:pPr lvl="0"/>
            <a:r>
              <a:rPr lang="en-US"/>
              <a:t>CURRENT SITUATION &amp; CONTEXT</a:t>
            </a:r>
          </a:p>
        </p:txBody>
      </p:sp>
      <p:sp>
        <p:nvSpPr>
          <p:cNvPr id="3" name="Team Badge">
            <a:extLst>
              <a:ext uri="{FF2B5EF4-FFF2-40B4-BE49-F238E27FC236}">
                <a16:creationId xmlns:a16="http://schemas.microsoft.com/office/drawing/2014/main" id="{70C5E9F4-F4E0-D726-4024-BA94D9473E63}"/>
              </a:ext>
            </a:extLst>
          </p:cNvPr>
          <p:cNvSpPr/>
          <p:nvPr/>
        </p:nvSpPr>
        <p:spPr>
          <a:xfrm>
            <a:off x="457200" y="320040"/>
            <a:ext cx="2606039" cy="822960"/>
          </a:xfrm>
          <a:custGeom>
            <a:avLst>
              <a:gd name="f0" fmla="val 288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9528" cap="flat">
            <a:solidFill>
              <a:srgbClr val="D3E6DD"/>
            </a:solidFill>
            <a:prstDash val="solid"/>
            <a:miter/>
          </a:ln>
        </p:spPr>
        <p:txBody>
          <a:bodyPr lIns="0" tIns="0" rIns="0" bIns="0"/>
          <a:lstStyle/>
          <a:p>
            <a:endParaRPr lang="en-US"/>
          </a:p>
        </p:txBody>
      </p:sp>
      <p:sp>
        <p:nvSpPr>
          <p:cNvPr id="4" name="Team Icon Hex">
            <a:extLst>
              <a:ext uri="{FF2B5EF4-FFF2-40B4-BE49-F238E27FC236}">
                <a16:creationId xmlns:a16="http://schemas.microsoft.com/office/drawing/2014/main" id="{518F1D88-26E1-35BC-EDA7-751B7E2859BC}"/>
              </a:ext>
            </a:extLst>
          </p:cNvPr>
          <p:cNvSpPr/>
          <p:nvPr/>
        </p:nvSpPr>
        <p:spPr>
          <a:xfrm>
            <a:off x="603504" y="457200"/>
            <a:ext cx="630936" cy="548640"/>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F3F8F5"/>
          </a:solidFill>
          <a:ln w="9528" cap="flat">
            <a:solidFill>
              <a:srgbClr val="D3E6DD"/>
            </a:solidFill>
            <a:prstDash val="solid"/>
            <a:miter/>
          </a:ln>
        </p:spPr>
        <p:txBody>
          <a:bodyPr lIns="0" tIns="0" rIns="0" bIns="0"/>
          <a:lstStyle/>
          <a:p>
            <a:endParaRPr lang="en-US"/>
          </a:p>
        </p:txBody>
      </p:sp>
      <p:pic>
        <p:nvPicPr>
          <p:cNvPr id="5" name="Team Icon" descr="Team icon">
            <a:extLst>
              <a:ext uri="{FF2B5EF4-FFF2-40B4-BE49-F238E27FC236}">
                <a16:creationId xmlns:a16="http://schemas.microsoft.com/office/drawing/2014/main" id="{7E47CF41-29B0-DB10-3487-3C1EB22969A6}"/>
              </a:ext>
            </a:extLst>
          </p:cNvPr>
          <p:cNvPicPr>
            <a:picLocks noChangeAspect="1"/>
          </p:cNvPicPr>
          <p:nvPr/>
        </p:nvPicPr>
        <p:blipFill>
          <a:blip r:embed="rId3"/>
          <a:stretch>
            <a:fillRect/>
          </a:stretch>
        </p:blipFill>
        <p:spPr>
          <a:xfrm>
            <a:off x="736092" y="548640"/>
            <a:ext cx="365760" cy="365760"/>
          </a:xfrm>
          <a:prstGeom prst="rect">
            <a:avLst/>
          </a:prstGeom>
          <a:noFill/>
          <a:ln cap="flat">
            <a:noFill/>
          </a:ln>
        </p:spPr>
      </p:pic>
      <p:sp>
        <p:nvSpPr>
          <p:cNvPr id="6" name="Team Name">
            <a:extLst>
              <a:ext uri="{FF2B5EF4-FFF2-40B4-BE49-F238E27FC236}">
                <a16:creationId xmlns:a16="http://schemas.microsoft.com/office/drawing/2014/main" id="{767F0BFE-B178-89D1-21A8-7130A53A4E2F}"/>
              </a:ext>
            </a:extLst>
          </p:cNvPr>
          <p:cNvSpPr txBox="1"/>
          <p:nvPr/>
        </p:nvSpPr>
        <p:spPr>
          <a:xfrm>
            <a:off x="1371600" y="384048"/>
            <a:ext cx="1627632" cy="694944"/>
          </a:xfrm>
          <a:prstGeom prst="rect">
            <a:avLst/>
          </a:prstGeom>
          <a:noFill/>
          <a:ln cap="flat">
            <a:noFill/>
          </a:ln>
        </p:spPr>
        <p:txBody>
          <a:bodyPr vert="horz" wrap="square" lIns="0" tIns="0" rIns="0" bIns="0" anchor="ctr" anchorCtr="0" compatLnSpc="1">
            <a:norm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1" i="0" u="none" strike="noStrike" kern="0" cap="none" spc="300" baseline="0" dirty="0">
                <a:solidFill>
                  <a:srgbClr val="5B6F6B"/>
                </a:solidFill>
                <a:uFillTx/>
                <a:latin typeface="Calibri"/>
              </a:rPr>
              <a:t>TEAM</a:t>
            </a:r>
            <a:endParaRPr lang="en-US" sz="900" b="0" i="0" u="none" strike="noStrike" kern="1200" cap="none" spc="0" baseline="0" dirty="0">
              <a:solidFill>
                <a:srgbClr val="0E2A2F"/>
              </a:solidFill>
              <a:uFillTx/>
              <a:latin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500" b="1" dirty="0">
                <a:solidFill>
                  <a:srgbClr val="026855"/>
                </a:solidFill>
                <a:latin typeface="Calibri"/>
              </a:rPr>
              <a:t>CODEHOLICS</a:t>
            </a:r>
            <a:endParaRPr lang="en-US" sz="900" b="0" i="0" u="none" strike="noStrike" kern="1200" cap="none" spc="0" baseline="0" dirty="0">
              <a:solidFill>
                <a:srgbClr val="0E2A2F"/>
              </a:solidFill>
              <a:uFillTx/>
              <a:latin typeface="Calibri"/>
            </a:endParaRPr>
          </a:p>
        </p:txBody>
      </p:sp>
      <p:sp>
        <p:nvSpPr>
          <p:cNvPr id="7" name="Lead Icon Hex">
            <a:extLst>
              <a:ext uri="{FF2B5EF4-FFF2-40B4-BE49-F238E27FC236}">
                <a16:creationId xmlns:a16="http://schemas.microsoft.com/office/drawing/2014/main" id="{1145BB25-578D-1704-170E-ECD0061C8E62}"/>
              </a:ext>
            </a:extLst>
          </p:cNvPr>
          <p:cNvSpPr/>
          <p:nvPr/>
        </p:nvSpPr>
        <p:spPr>
          <a:xfrm>
            <a:off x="548640" y="1463040"/>
            <a:ext cx="457200" cy="395935"/>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7AC143"/>
          </a:solidFill>
          <a:ln cap="flat">
            <a:noFill/>
            <a:prstDash val="solid"/>
          </a:ln>
        </p:spPr>
        <p:txBody>
          <a:bodyPr lIns="0" tIns="0" rIns="0" bIns="0"/>
          <a:lstStyle/>
          <a:p>
            <a:endParaRPr lang="en-US"/>
          </a:p>
        </p:txBody>
      </p:sp>
      <p:pic>
        <p:nvPicPr>
          <p:cNvPr id="8" name="Lead Icon" descr="Lightbulb icon">
            <a:extLst>
              <a:ext uri="{FF2B5EF4-FFF2-40B4-BE49-F238E27FC236}">
                <a16:creationId xmlns:a16="http://schemas.microsoft.com/office/drawing/2014/main" id="{AC8B3840-E924-3FB1-87DF-5A7B11808B67}"/>
              </a:ext>
            </a:extLst>
          </p:cNvPr>
          <p:cNvPicPr>
            <a:picLocks noChangeAspect="1"/>
          </p:cNvPicPr>
          <p:nvPr/>
        </p:nvPicPr>
        <p:blipFill>
          <a:blip r:embed="rId4"/>
          <a:stretch>
            <a:fillRect/>
          </a:stretch>
        </p:blipFill>
        <p:spPr>
          <a:xfrm>
            <a:off x="640080" y="1523390"/>
            <a:ext cx="274320" cy="274320"/>
          </a:xfrm>
          <a:prstGeom prst="rect">
            <a:avLst/>
          </a:prstGeom>
          <a:noFill/>
          <a:ln cap="flat">
            <a:noFill/>
          </a:ln>
        </p:spPr>
      </p:pic>
      <p:sp>
        <p:nvSpPr>
          <p:cNvPr id="9" name="Lead Text">
            <a:extLst>
              <a:ext uri="{FF2B5EF4-FFF2-40B4-BE49-F238E27FC236}">
                <a16:creationId xmlns:a16="http://schemas.microsoft.com/office/drawing/2014/main" id="{2028F75F-2BCB-4B75-EE56-1D590E61F6A0}"/>
              </a:ext>
            </a:extLst>
          </p:cNvPr>
          <p:cNvSpPr txBox="1"/>
          <p:nvPr/>
        </p:nvSpPr>
        <p:spPr>
          <a:xfrm>
            <a:off x="1170432" y="1417320"/>
            <a:ext cx="9601200" cy="502920"/>
          </a:xfrm>
          <a:prstGeom prst="rect">
            <a:avLst/>
          </a:prstGeom>
          <a:noFill/>
          <a:ln cap="flat">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94542"/>
                </a:solidFill>
                <a:uFillTx/>
                <a:latin typeface="Calibri"/>
              </a:rPr>
              <a:t>Existing scenario, background and how things work today</a:t>
            </a:r>
            <a:endParaRPr lang="en-US" sz="1800" b="0" i="0" u="none" strike="noStrike" kern="1200" cap="none" spc="0" baseline="0">
              <a:solidFill>
                <a:srgbClr val="0E2A2F"/>
              </a:solidFill>
              <a:uFillTx/>
              <a:latin typeface="Calibri"/>
            </a:endParaRPr>
          </a:p>
        </p:txBody>
      </p:sp>
      <p:sp>
        <p:nvSpPr>
          <p:cNvPr id="10" name="Prompts">
            <a:extLst>
              <a:ext uri="{FF2B5EF4-FFF2-40B4-BE49-F238E27FC236}">
                <a16:creationId xmlns:a16="http://schemas.microsoft.com/office/drawing/2014/main" id="{D08410F6-F399-1287-55A5-2981B9924049}"/>
              </a:ext>
            </a:extLst>
          </p:cNvPr>
          <p:cNvSpPr txBox="1"/>
          <p:nvPr/>
        </p:nvSpPr>
        <p:spPr>
          <a:xfrm>
            <a:off x="1101851" y="1981824"/>
            <a:ext cx="10492740" cy="3635206"/>
          </a:xfrm>
          <a:prstGeom prst="rect">
            <a:avLst/>
          </a:prstGeom>
          <a:noFill/>
          <a:ln cap="flat">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1000"/>
              </a:spcAft>
              <a:buNone/>
              <a:tabLst/>
              <a:defRPr sz="1800" b="0" i="0" u="none" strike="noStrike" kern="0" cap="none" spc="0" baseline="0">
                <a:solidFill>
                  <a:srgbClr val="000000"/>
                </a:solidFill>
                <a:uFillTx/>
              </a:defRPr>
            </a:pPr>
            <a:r>
              <a:rPr lang="en-US" sz="1400" b="1" i="0" u="none" strike="noStrike" kern="1200" cap="none" spc="0" baseline="0">
                <a:solidFill>
                  <a:srgbClr val="0E2A2F"/>
                </a:solidFill>
                <a:uFillTx/>
                <a:latin typeface="Calibri"/>
              </a:rPr>
              <a:t>Existing Scenario and Background</a:t>
            </a:r>
          </a:p>
          <a:p>
            <a:pPr marL="279404" marR="0" lvl="0" indent="-279404" algn="l" defTabSz="914400" rtl="0" fontAlgn="auto" hangingPunct="1">
              <a:lnSpc>
                <a:spcPct val="100000"/>
              </a:lnSpc>
              <a:spcBef>
                <a:spcPts val="0"/>
              </a:spcBef>
              <a:spcAft>
                <a:spcPts val="1000"/>
              </a:spcAft>
              <a:buClr>
                <a:srgbClr val="026855"/>
              </a:buClr>
              <a:buSzPct val="100000"/>
              <a:buChar char="•"/>
              <a:tabLst/>
              <a:defRPr sz="1800" b="0" i="0" u="none" strike="noStrike" kern="0" cap="none" spc="0" baseline="0">
                <a:solidFill>
                  <a:srgbClr val="000000"/>
                </a:solidFill>
                <a:uFillTx/>
              </a:defRPr>
            </a:pPr>
            <a:r>
              <a:rPr lang="en-US" sz="1400" b="0" i="0" u="none" strike="noStrike" kern="1200" cap="none" spc="0" baseline="0">
                <a:solidFill>
                  <a:srgbClr val="0E2A2F"/>
                </a:solidFill>
                <a:uFillTx/>
                <a:latin typeface="Calibri"/>
              </a:rPr>
              <a:t>Urban indoor gardening and home plant cultivation are rapidly growing as people seek greener living spaces, but the underlying maintenance methods remain entirely manual and outdated.</a:t>
            </a:r>
          </a:p>
          <a:p>
            <a:pPr marL="279404" marR="0" lvl="0" indent="-279404" algn="l" defTabSz="914400" rtl="0" fontAlgn="auto" hangingPunct="1">
              <a:lnSpc>
                <a:spcPct val="100000"/>
              </a:lnSpc>
              <a:spcBef>
                <a:spcPts val="0"/>
              </a:spcBef>
              <a:spcAft>
                <a:spcPts val="1000"/>
              </a:spcAft>
              <a:buClr>
                <a:srgbClr val="026855"/>
              </a:buClr>
              <a:buSzPct val="100000"/>
              <a:buChar char="•"/>
              <a:tabLst/>
              <a:defRPr sz="1800" b="0" i="0" u="none" strike="noStrike" kern="0" cap="none" spc="0" baseline="0">
                <a:solidFill>
                  <a:srgbClr val="000000"/>
                </a:solidFill>
                <a:uFillTx/>
              </a:defRPr>
            </a:pPr>
            <a:r>
              <a:rPr lang="en-US" sz="1400" b="0" i="0" u="none" strike="noStrike" kern="1200" cap="none" spc="0" baseline="0">
                <a:solidFill>
                  <a:srgbClr val="0E2A2F"/>
                </a:solidFill>
                <a:uFillTx/>
                <a:latin typeface="Calibri"/>
              </a:rPr>
              <a:t>Traditional plant care relies heavily on human supervision, physical watering tools, manual fertilizer spreading, and visual guessing of environmental needs</a:t>
            </a:r>
          </a:p>
          <a:p>
            <a:pPr marL="0" marR="0" lvl="0" indent="0" algn="l" defTabSz="914400" rtl="0" fontAlgn="auto" hangingPunct="1">
              <a:lnSpc>
                <a:spcPct val="100000"/>
              </a:lnSpc>
              <a:spcBef>
                <a:spcPts val="0"/>
              </a:spcBef>
              <a:spcAft>
                <a:spcPts val="1000"/>
              </a:spcAft>
              <a:buNone/>
              <a:tabLst/>
              <a:defRPr sz="1800" b="0" i="0" u="none" strike="noStrike" kern="0" cap="none" spc="0" baseline="0">
                <a:solidFill>
                  <a:srgbClr val="000000"/>
                </a:solidFill>
                <a:uFillTx/>
              </a:defRPr>
            </a:pPr>
            <a:r>
              <a:rPr lang="en-US" sz="1400" b="1" i="0" u="none" strike="noStrike" kern="1200" cap="none" spc="0" baseline="0">
                <a:solidFill>
                  <a:srgbClr val="0E2A2F"/>
                </a:solidFill>
                <a:uFillTx/>
                <a:latin typeface="Calibri"/>
              </a:rPr>
              <a:t>Relevant data or facts</a:t>
            </a:r>
          </a:p>
          <a:p>
            <a:pPr marL="279404" marR="0" lvl="0" indent="-279404" algn="l" defTabSz="914400" rtl="0" fontAlgn="auto" hangingPunct="1">
              <a:lnSpc>
                <a:spcPct val="100000"/>
              </a:lnSpc>
              <a:spcBef>
                <a:spcPts val="0"/>
              </a:spcBef>
              <a:spcAft>
                <a:spcPts val="1000"/>
              </a:spcAft>
              <a:buClr>
                <a:srgbClr val="026855"/>
              </a:buClr>
              <a:buSzPct val="100000"/>
              <a:buChar char="•"/>
              <a:tabLst/>
              <a:defRPr sz="1800" b="0" i="0" u="none" strike="noStrike" kern="0" cap="none" spc="0" baseline="0">
                <a:solidFill>
                  <a:srgbClr val="000000"/>
                </a:solidFill>
                <a:uFillTx/>
              </a:defRPr>
            </a:pPr>
            <a:r>
              <a:rPr lang="en-US" sz="1400" b="0" i="0" u="none" strike="noStrike" kern="1200" cap="none" spc="0" baseline="0">
                <a:solidFill>
                  <a:srgbClr val="0E2A2F"/>
                </a:solidFill>
                <a:uFillTx/>
                <a:latin typeface="Calibri"/>
              </a:rPr>
              <a:t>Urban Lifestyle Impact: Over 60% of urban dwellers keep indoor plants, yet busy schedules and frequent travel result in high rates of plant neglect and mortality.</a:t>
            </a:r>
          </a:p>
          <a:p>
            <a:pPr marL="279404" marR="0" lvl="0" indent="-279404" algn="l" defTabSz="914400" rtl="0" fontAlgn="auto" hangingPunct="1">
              <a:lnSpc>
                <a:spcPct val="100000"/>
              </a:lnSpc>
              <a:spcBef>
                <a:spcPts val="0"/>
              </a:spcBef>
              <a:spcAft>
                <a:spcPts val="1000"/>
              </a:spcAft>
              <a:buClr>
                <a:srgbClr val="026855"/>
              </a:buClr>
              <a:buSzPct val="100000"/>
              <a:buChar char="•"/>
              <a:tabLst/>
              <a:defRPr sz="1800" b="0" i="0" u="none" strike="noStrike" kern="0" cap="none" spc="0" baseline="0">
                <a:solidFill>
                  <a:srgbClr val="000000"/>
                </a:solidFill>
                <a:uFillTx/>
              </a:defRPr>
            </a:pPr>
            <a:r>
              <a:rPr lang="en-US" sz="1400" b="0" i="0" u="none" strike="noStrike" kern="1200" cap="none" spc="0" baseline="0">
                <a:solidFill>
                  <a:srgbClr val="0E2A2F"/>
                </a:solidFill>
                <a:uFillTx/>
                <a:latin typeface="Calibri"/>
              </a:rPr>
              <a:t>Power Vulnerability: Traditional automated watering systems rely entirely on constant electrical grid power, making them susceptible to power outages and higher running costs.</a:t>
            </a:r>
          </a:p>
          <a:p>
            <a:pPr marL="0" marR="0" lvl="0" indent="0" algn="l" defTabSz="914400" rtl="0" fontAlgn="auto" hangingPunct="1">
              <a:lnSpc>
                <a:spcPct val="100000"/>
              </a:lnSpc>
              <a:spcBef>
                <a:spcPts val="0"/>
              </a:spcBef>
              <a:spcAft>
                <a:spcPts val="1000"/>
              </a:spcAft>
              <a:buNone/>
              <a:tabLst/>
              <a:defRPr sz="1800" b="0" i="0" u="none" strike="noStrike" kern="0" cap="none" spc="0" baseline="0">
                <a:solidFill>
                  <a:srgbClr val="000000"/>
                </a:solidFill>
                <a:uFillTx/>
              </a:defRPr>
            </a:pPr>
            <a:r>
              <a:rPr lang="en-US" sz="1400" b="1" i="0" u="none" strike="noStrike" kern="1200" cap="none" spc="0" baseline="0">
                <a:solidFill>
                  <a:srgbClr val="0E2A2F"/>
                </a:solidFill>
                <a:uFillTx/>
                <a:latin typeface="Calibri"/>
              </a:rPr>
              <a:t>Current Workflow </a:t>
            </a:r>
          </a:p>
          <a:p>
            <a:pPr marL="285750" marR="0" lvl="0" indent="-285750" algn="l" defTabSz="914400" rtl="0" fontAlgn="auto" hangingPunct="1">
              <a:lnSpc>
                <a:spcPct val="100000"/>
              </a:lnSpc>
              <a:spcBef>
                <a:spcPts val="0"/>
              </a:spcBef>
              <a:spcAft>
                <a:spcPts val="1000"/>
              </a:spcAft>
              <a:buClr>
                <a:srgbClr val="026855"/>
              </a:buClr>
              <a:buSzPct val="100000"/>
              <a:buFont typeface="Arial" pitchFamily="34"/>
              <a:buChar char="•"/>
              <a:tabLst/>
              <a:defRPr sz="1800" b="0" i="0" u="none" strike="noStrike" kern="0" cap="none" spc="0" baseline="0">
                <a:solidFill>
                  <a:srgbClr val="000000"/>
                </a:solidFill>
                <a:uFillTx/>
              </a:defRPr>
            </a:pPr>
            <a:r>
              <a:rPr lang="en-US" sz="1400" b="0" i="0" u="none" strike="noStrike" kern="1200" cap="none" spc="0" baseline="0">
                <a:solidFill>
                  <a:srgbClr val="0E2A2F"/>
                </a:solidFill>
                <a:uFillTx/>
                <a:latin typeface="Calibri"/>
              </a:rPr>
              <a:t>Manual Inspection: The owner visually checks the plant to guess if the soil looks dry or if leaves look unhealthy.  </a:t>
            </a:r>
          </a:p>
          <a:p>
            <a:pPr marL="279404" marR="0" lvl="0" indent="-279404" algn="l" defTabSz="914400" rtl="0" fontAlgn="auto" hangingPunct="1">
              <a:lnSpc>
                <a:spcPct val="100000"/>
              </a:lnSpc>
              <a:spcBef>
                <a:spcPts val="0"/>
              </a:spcBef>
              <a:spcAft>
                <a:spcPts val="1000"/>
              </a:spcAft>
              <a:buClr>
                <a:srgbClr val="026855"/>
              </a:buClr>
              <a:buSzPct val="100000"/>
              <a:buChar char="•"/>
              <a:tabLst/>
              <a:defRPr sz="1800" b="0" i="0" u="none" strike="noStrike" kern="0" cap="none" spc="0" baseline="0">
                <a:solidFill>
                  <a:srgbClr val="000000"/>
                </a:solidFill>
                <a:uFillTx/>
              </a:defRPr>
            </a:pPr>
            <a:r>
              <a:rPr lang="en-US" sz="1400" b="0" i="0" u="none" strike="noStrike" kern="1200" cap="none" spc="0" baseline="0">
                <a:solidFill>
                  <a:srgbClr val="0E2A2F"/>
                </a:solidFill>
                <a:uFillTx/>
                <a:latin typeface="Calibri"/>
              </a:rPr>
              <a:t>Manual Intervention: The owner physically waters the plant using a can, estimates fertilizer amounts, and repositions the pot for better light.  </a:t>
            </a:r>
          </a:p>
          <a:p>
            <a:pPr marL="279404" marR="0" lvl="0" indent="-279404" algn="l" defTabSz="914400" rtl="0" fontAlgn="auto" hangingPunct="1">
              <a:lnSpc>
                <a:spcPct val="100000"/>
              </a:lnSpc>
              <a:spcBef>
                <a:spcPts val="0"/>
              </a:spcBef>
              <a:spcAft>
                <a:spcPts val="1000"/>
              </a:spcAft>
              <a:buClr>
                <a:srgbClr val="026855"/>
              </a:buClr>
              <a:buSzPct val="100000"/>
              <a:buChar char="•"/>
              <a:tabLst/>
              <a:defRPr sz="1800" b="0" i="0" u="none" strike="noStrike" kern="0" cap="none" spc="0" baseline="0">
                <a:solidFill>
                  <a:srgbClr val="000000"/>
                </a:solidFill>
                <a:uFillTx/>
              </a:defRPr>
            </a:pPr>
            <a:r>
              <a:rPr lang="en-US" sz="1400" b="0" i="0" u="none" strike="noStrike" kern="1200" cap="none" spc="0" baseline="0">
                <a:solidFill>
                  <a:srgbClr val="0E2A2F"/>
                </a:solidFill>
                <a:uFillTx/>
                <a:latin typeface="Calibri"/>
              </a:rPr>
              <a:t>The Disruption (Absence): When the owner travels or gets busy for days, this manual routine completely stops, resulting in zero care, severe dehydration, and plant decay.</a:t>
            </a:r>
          </a:p>
        </p:txBody>
      </p:sp>
      <p:sp>
        <p:nvSpPr>
          <p:cNvPr id="11" name="Slide Number Placeholder 0">
            <a:extLst>
              <a:ext uri="{FF2B5EF4-FFF2-40B4-BE49-F238E27FC236}">
                <a16:creationId xmlns:a16="http://schemas.microsoft.com/office/drawing/2014/main" id="{99AC0F43-D6FE-1C8D-F0F8-84B61270BEF5}"/>
              </a:ext>
            </a:extLst>
          </p:cNvPr>
          <p:cNvSpPr txBox="1">
            <a:spLocks noGrp="1"/>
          </p:cNvSpPr>
          <p:nvPr/>
        </p:nvSpPr>
        <p:spPr>
          <a:xfrm>
            <a:off x="11259007" y="6409944"/>
            <a:ext cx="457200" cy="395935"/>
          </a:xfrm>
          <a:prstGeom prst="rect">
            <a:avLst/>
          </a:prstGeom>
          <a:noFill/>
          <a:ln/>
        </p:spPr>
        <p:txBody>
          <a:bodyPr vert="horz" wrap="square" lIns="0" tIns="0" rIns="0" bIns="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F2AF7BA-E9D9-41EE-8E09-A09180EB9265}" type="slidenum">
              <a:rPr kumimoji="0" lang="en-US" sz="1100" b="1" i="0" u="none" strike="noStrike" kern="1200" cap="none" spc="0" normalizeH="0" baseline="0" noProof="0" smtClean="0">
                <a:ln>
                  <a:noFill/>
                </a:ln>
                <a:solidFill>
                  <a:srgbClr val="052B35"/>
                </a:solidFill>
                <a:effectLst/>
                <a:uLnTx/>
                <a:uFillTx/>
                <a:latin typeface="Calibri"/>
                <a:ea typeface="Calibri"/>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100" b="0" i="0" u="none" strike="noStrike" kern="1200" cap="none" spc="0" normalizeH="0" baseline="0" noProof="0">
              <a:ln>
                <a:noFill/>
              </a:ln>
              <a:solidFill>
                <a:srgbClr val="052B35"/>
              </a:solidFill>
              <a:effectLst/>
              <a:uLnTx/>
              <a:uFillTx/>
              <a:latin typeface="Calibri"/>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a:extLst>
              <a:ext uri="{FF2B5EF4-FFF2-40B4-BE49-F238E27FC236}">
                <a16:creationId xmlns:a16="http://schemas.microsoft.com/office/drawing/2014/main" id="{02F48871-76E9-FD8E-FE23-112308949133}"/>
              </a:ext>
            </a:extLst>
          </p:cNvPr>
          <p:cNvSpPr txBox="1">
            <a:spLocks noGrp="1"/>
          </p:cNvSpPr>
          <p:nvPr>
            <p:ph type="title"/>
          </p:nvPr>
        </p:nvSpPr>
        <p:spPr>
          <a:xfrm>
            <a:off x="3246120" y="320040"/>
            <a:ext cx="7498079" cy="822960"/>
          </a:xfrm>
        </p:spPr>
        <p:txBody>
          <a:bodyPr lIns="0" tIns="0" rIns="0" bIns="0" anchor="ctr"/>
          <a:lstStyle/>
          <a:p>
            <a:pPr lvl="0"/>
            <a:r>
              <a:rPr lang="en-US"/>
              <a:t>KEY CHALLENGES</a:t>
            </a:r>
          </a:p>
        </p:txBody>
      </p:sp>
      <p:sp>
        <p:nvSpPr>
          <p:cNvPr id="3" name="Team Badge">
            <a:extLst>
              <a:ext uri="{FF2B5EF4-FFF2-40B4-BE49-F238E27FC236}">
                <a16:creationId xmlns:a16="http://schemas.microsoft.com/office/drawing/2014/main" id="{861B7A09-1867-04D5-08DD-DE9056A2A8F6}"/>
              </a:ext>
            </a:extLst>
          </p:cNvPr>
          <p:cNvSpPr/>
          <p:nvPr/>
        </p:nvSpPr>
        <p:spPr>
          <a:xfrm>
            <a:off x="457200" y="320040"/>
            <a:ext cx="2606039" cy="822960"/>
          </a:xfrm>
          <a:custGeom>
            <a:avLst>
              <a:gd name="f0" fmla="val 288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9528" cap="flat">
            <a:solidFill>
              <a:srgbClr val="D3E6DD"/>
            </a:solidFill>
            <a:prstDash val="solid"/>
            <a:miter/>
          </a:ln>
        </p:spPr>
        <p:txBody>
          <a:bodyPr lIns="0" tIns="0" rIns="0" bIns="0"/>
          <a:lstStyle/>
          <a:p>
            <a:endParaRPr lang="en-US"/>
          </a:p>
        </p:txBody>
      </p:sp>
      <p:sp>
        <p:nvSpPr>
          <p:cNvPr id="4" name="Team Icon Hex">
            <a:extLst>
              <a:ext uri="{FF2B5EF4-FFF2-40B4-BE49-F238E27FC236}">
                <a16:creationId xmlns:a16="http://schemas.microsoft.com/office/drawing/2014/main" id="{7909C6B2-D99F-7C0C-6A61-936E967DFA70}"/>
              </a:ext>
            </a:extLst>
          </p:cNvPr>
          <p:cNvSpPr/>
          <p:nvPr/>
        </p:nvSpPr>
        <p:spPr>
          <a:xfrm>
            <a:off x="603504" y="457200"/>
            <a:ext cx="630936" cy="548640"/>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F3F8F5"/>
          </a:solidFill>
          <a:ln w="9528" cap="flat">
            <a:solidFill>
              <a:srgbClr val="D3E6DD"/>
            </a:solidFill>
            <a:prstDash val="solid"/>
            <a:miter/>
          </a:ln>
        </p:spPr>
        <p:txBody>
          <a:bodyPr lIns="0" tIns="0" rIns="0" bIns="0"/>
          <a:lstStyle/>
          <a:p>
            <a:endParaRPr lang="en-US"/>
          </a:p>
        </p:txBody>
      </p:sp>
      <p:pic>
        <p:nvPicPr>
          <p:cNvPr id="5" name="Team Icon" descr="Team icon">
            <a:extLst>
              <a:ext uri="{FF2B5EF4-FFF2-40B4-BE49-F238E27FC236}">
                <a16:creationId xmlns:a16="http://schemas.microsoft.com/office/drawing/2014/main" id="{0DF42FAC-7FFD-349D-6527-C37F40BF18A8}"/>
              </a:ext>
            </a:extLst>
          </p:cNvPr>
          <p:cNvPicPr>
            <a:picLocks noChangeAspect="1"/>
          </p:cNvPicPr>
          <p:nvPr/>
        </p:nvPicPr>
        <p:blipFill>
          <a:blip r:embed="rId3"/>
          <a:stretch>
            <a:fillRect/>
          </a:stretch>
        </p:blipFill>
        <p:spPr>
          <a:xfrm>
            <a:off x="736092" y="548640"/>
            <a:ext cx="365760" cy="365760"/>
          </a:xfrm>
          <a:prstGeom prst="rect">
            <a:avLst/>
          </a:prstGeom>
          <a:noFill/>
          <a:ln cap="flat">
            <a:noFill/>
          </a:ln>
        </p:spPr>
      </p:pic>
      <p:sp>
        <p:nvSpPr>
          <p:cNvPr id="6" name="Team Name">
            <a:extLst>
              <a:ext uri="{FF2B5EF4-FFF2-40B4-BE49-F238E27FC236}">
                <a16:creationId xmlns:a16="http://schemas.microsoft.com/office/drawing/2014/main" id="{C4E30E43-B14D-A03F-1281-4FB0DF36F003}"/>
              </a:ext>
            </a:extLst>
          </p:cNvPr>
          <p:cNvSpPr txBox="1"/>
          <p:nvPr/>
        </p:nvSpPr>
        <p:spPr>
          <a:xfrm>
            <a:off x="1371600" y="384048"/>
            <a:ext cx="1627632" cy="694944"/>
          </a:xfrm>
          <a:prstGeom prst="rect">
            <a:avLst/>
          </a:prstGeom>
          <a:noFill/>
          <a:ln cap="flat">
            <a:noFill/>
          </a:ln>
        </p:spPr>
        <p:txBody>
          <a:bodyPr vert="horz" wrap="square" lIns="0" tIns="0" rIns="0" bIns="0" anchor="ctr" anchorCtr="0" compatLnSpc="1">
            <a:norm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1" i="0" u="none" strike="noStrike" kern="0" cap="none" spc="300" baseline="0" dirty="0">
                <a:solidFill>
                  <a:srgbClr val="5B6F6B"/>
                </a:solidFill>
                <a:uFillTx/>
                <a:latin typeface="Calibri"/>
              </a:rPr>
              <a:t>TEAM</a:t>
            </a:r>
            <a:endParaRPr lang="en-US" sz="900" b="0" i="0" u="none" strike="noStrike" kern="1200" cap="none" spc="0" baseline="0" dirty="0">
              <a:solidFill>
                <a:srgbClr val="0E2A2F"/>
              </a:solidFill>
              <a:uFillTx/>
              <a:latin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500" b="1" dirty="0">
                <a:solidFill>
                  <a:srgbClr val="026855"/>
                </a:solidFill>
                <a:latin typeface="Calibri"/>
              </a:rPr>
              <a:t>CODEHOLICS </a:t>
            </a:r>
            <a:endParaRPr lang="en-IN" sz="1500" b="1" i="0" u="none" strike="noStrike" kern="1200" cap="none" spc="0" baseline="0" dirty="0">
              <a:solidFill>
                <a:srgbClr val="026855"/>
              </a:solidFill>
              <a:uFillTx/>
              <a:latin typeface="Calibri"/>
            </a:endParaRPr>
          </a:p>
        </p:txBody>
      </p:sp>
      <p:sp>
        <p:nvSpPr>
          <p:cNvPr id="7" name="Lead Icon Hex">
            <a:extLst>
              <a:ext uri="{FF2B5EF4-FFF2-40B4-BE49-F238E27FC236}">
                <a16:creationId xmlns:a16="http://schemas.microsoft.com/office/drawing/2014/main" id="{258B3B1D-7CC8-29E7-A302-D445F367140F}"/>
              </a:ext>
            </a:extLst>
          </p:cNvPr>
          <p:cNvSpPr/>
          <p:nvPr/>
        </p:nvSpPr>
        <p:spPr>
          <a:xfrm>
            <a:off x="548640" y="1463040"/>
            <a:ext cx="457200" cy="395935"/>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7AC143"/>
          </a:solidFill>
          <a:ln cap="flat">
            <a:noFill/>
            <a:prstDash val="solid"/>
          </a:ln>
        </p:spPr>
        <p:txBody>
          <a:bodyPr lIns="0" tIns="0" rIns="0" bIns="0"/>
          <a:lstStyle/>
          <a:p>
            <a:endParaRPr lang="en-US"/>
          </a:p>
        </p:txBody>
      </p:sp>
      <p:pic>
        <p:nvPicPr>
          <p:cNvPr id="8" name="Lead Icon" descr="Lightbulb icon">
            <a:extLst>
              <a:ext uri="{FF2B5EF4-FFF2-40B4-BE49-F238E27FC236}">
                <a16:creationId xmlns:a16="http://schemas.microsoft.com/office/drawing/2014/main" id="{F947C397-CC31-E970-A646-F887D2B3805B}"/>
              </a:ext>
            </a:extLst>
          </p:cNvPr>
          <p:cNvPicPr>
            <a:picLocks noChangeAspect="1"/>
          </p:cNvPicPr>
          <p:nvPr/>
        </p:nvPicPr>
        <p:blipFill>
          <a:blip r:embed="rId4"/>
          <a:stretch>
            <a:fillRect/>
          </a:stretch>
        </p:blipFill>
        <p:spPr>
          <a:xfrm>
            <a:off x="640080" y="1523390"/>
            <a:ext cx="274320" cy="274320"/>
          </a:xfrm>
          <a:prstGeom prst="rect">
            <a:avLst/>
          </a:prstGeom>
          <a:noFill/>
          <a:ln cap="flat">
            <a:noFill/>
          </a:ln>
        </p:spPr>
      </p:pic>
      <p:sp>
        <p:nvSpPr>
          <p:cNvPr id="9" name="Lead Text">
            <a:extLst>
              <a:ext uri="{FF2B5EF4-FFF2-40B4-BE49-F238E27FC236}">
                <a16:creationId xmlns:a16="http://schemas.microsoft.com/office/drawing/2014/main" id="{2675821D-F1E5-7D33-3115-9D8B89CA41C0}"/>
              </a:ext>
            </a:extLst>
          </p:cNvPr>
          <p:cNvSpPr txBox="1"/>
          <p:nvPr/>
        </p:nvSpPr>
        <p:spPr>
          <a:xfrm>
            <a:off x="1170432" y="1417320"/>
            <a:ext cx="9601200" cy="502920"/>
          </a:xfrm>
          <a:prstGeom prst="rect">
            <a:avLst/>
          </a:prstGeom>
          <a:noFill/>
          <a:ln cap="flat">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94542"/>
                </a:solidFill>
                <a:uFillTx/>
                <a:latin typeface="Calibri"/>
              </a:rPr>
              <a:t>Main difficulties, bottlenecks, root causes and consequences</a:t>
            </a:r>
            <a:endParaRPr lang="en-US" sz="1800" b="0" i="0" u="none" strike="noStrike" kern="1200" cap="none" spc="0" baseline="0">
              <a:solidFill>
                <a:srgbClr val="0E2A2F"/>
              </a:solidFill>
              <a:uFillTx/>
              <a:latin typeface="Calibri"/>
            </a:endParaRPr>
          </a:p>
        </p:txBody>
      </p:sp>
      <p:sp>
        <p:nvSpPr>
          <p:cNvPr id="10" name="Prompts">
            <a:extLst>
              <a:ext uri="{FF2B5EF4-FFF2-40B4-BE49-F238E27FC236}">
                <a16:creationId xmlns:a16="http://schemas.microsoft.com/office/drawing/2014/main" id="{71559805-E832-2883-4C0B-25C8E85292A0}"/>
              </a:ext>
            </a:extLst>
          </p:cNvPr>
          <p:cNvSpPr txBox="1"/>
          <p:nvPr/>
        </p:nvSpPr>
        <p:spPr>
          <a:xfrm>
            <a:off x="868680" y="2148839"/>
            <a:ext cx="10424160" cy="2973665"/>
          </a:xfrm>
          <a:prstGeom prst="rect">
            <a:avLst/>
          </a:prstGeom>
          <a:noFill/>
          <a:ln cap="flat">
            <a:noFill/>
          </a:ln>
        </p:spPr>
        <p:txBody>
          <a:bodyPr vert="horz" wrap="square" lIns="0" tIns="0" rIns="0" bIns="0" anchor="t" anchorCtr="0" compatLnSpc="1">
            <a:noAutofit/>
          </a:bodyPr>
          <a:lstStyle/>
          <a:p>
            <a:pPr marL="279404" marR="0" lvl="0" indent="-279404" algn="l" defTabSz="914400" rtl="0" fontAlgn="auto" hangingPunct="1">
              <a:lnSpc>
                <a:spcPct val="100000"/>
              </a:lnSpc>
              <a:spcBef>
                <a:spcPts val="0"/>
              </a:spcBef>
              <a:spcAft>
                <a:spcPts val="1000"/>
              </a:spcAft>
              <a:buClr>
                <a:srgbClr val="026855"/>
              </a:buClr>
              <a:buSzPct val="100000"/>
              <a:buChar char="•"/>
              <a:tabLst/>
              <a:defRPr sz="1800" b="0" i="0" u="none" strike="noStrike" kern="0" cap="none" spc="0" baseline="0">
                <a:solidFill>
                  <a:srgbClr val="000000"/>
                </a:solidFill>
                <a:uFillTx/>
              </a:defRPr>
            </a:pPr>
            <a:r>
              <a:rPr lang="en-US" sz="2400" b="0" i="0" u="none" strike="noStrike" kern="1200" cap="none" spc="0" baseline="0">
                <a:solidFill>
                  <a:srgbClr val="0E2A2F"/>
                </a:solidFill>
                <a:uFillTx/>
                <a:latin typeface="Calibri"/>
              </a:rPr>
              <a:t>Inconsistency &amp; Human Error: Forgetting to water or over-saturating soil causes root rot; failing to track nutrients leads to stunted plant growth</a:t>
            </a:r>
            <a:r>
              <a:rPr lang="en-US" sz="1800" b="0" i="0" u="none" strike="noStrike" kern="1200" cap="none" spc="0" baseline="0">
                <a:solidFill>
                  <a:srgbClr val="0E2A2F"/>
                </a:solidFill>
                <a:uFillTx/>
                <a:latin typeface="Calibri"/>
              </a:rPr>
              <a:t>.</a:t>
            </a:r>
          </a:p>
          <a:p>
            <a:pPr marL="279404" marR="0" lvl="0" indent="-279404" algn="l" defTabSz="914400" rtl="0" fontAlgn="auto" hangingPunct="1">
              <a:lnSpc>
                <a:spcPct val="100000"/>
              </a:lnSpc>
              <a:spcBef>
                <a:spcPts val="0"/>
              </a:spcBef>
              <a:spcAft>
                <a:spcPts val="1000"/>
              </a:spcAft>
              <a:buClr>
                <a:srgbClr val="026855"/>
              </a:buClr>
              <a:buSzPct val="100000"/>
              <a:buChar char="•"/>
              <a:tabLst/>
              <a:defRPr sz="1800" b="0" i="0" u="none" strike="noStrike" kern="0" cap="none" spc="0" baseline="0">
                <a:solidFill>
                  <a:srgbClr val="000000"/>
                </a:solidFill>
                <a:uFillTx/>
              </a:defRPr>
            </a:pPr>
            <a:r>
              <a:rPr lang="en-US" sz="2400" b="0" i="0" u="none" strike="noStrike" kern="1200" cap="none" spc="0" baseline="0">
                <a:solidFill>
                  <a:srgbClr val="0E2A2F"/>
                </a:solidFill>
                <a:uFillTx/>
                <a:latin typeface="Calibri"/>
              </a:rPr>
              <a:t>The "Absence" Problem: Plants inevitably wither during vacations, business trips, or busy work weeks due to a total lack of remote or automated management.</a:t>
            </a:r>
          </a:p>
          <a:p>
            <a:pPr marL="279404" marR="0" lvl="0" indent="-279404" algn="l" defTabSz="914400" rtl="0" fontAlgn="auto" hangingPunct="1">
              <a:lnSpc>
                <a:spcPct val="100000"/>
              </a:lnSpc>
              <a:spcBef>
                <a:spcPts val="0"/>
              </a:spcBef>
              <a:spcAft>
                <a:spcPts val="1000"/>
              </a:spcAft>
              <a:buClr>
                <a:srgbClr val="026855"/>
              </a:buClr>
              <a:buSzPct val="100000"/>
              <a:buChar char="•"/>
              <a:tabLst/>
              <a:defRPr sz="1800" b="0" i="0" u="none" strike="noStrike" kern="0" cap="none" spc="0" baseline="0">
                <a:solidFill>
                  <a:srgbClr val="000000"/>
                </a:solidFill>
                <a:uFillTx/>
              </a:defRPr>
            </a:pPr>
            <a:r>
              <a:rPr lang="en-US" sz="2400" b="0" i="0" u="none" strike="noStrike" kern="1200" cap="none" spc="0" baseline="0">
                <a:solidFill>
                  <a:srgbClr val="0E2A2F"/>
                </a:solidFill>
                <a:uFillTx/>
                <a:latin typeface="Calibri"/>
              </a:rPr>
              <a:t>Resource Waste &amp; Power Dependency: Conventional electronic automated setups increase electricity bills or fail during power outages, contradicting eco-friendly goals.</a:t>
            </a:r>
          </a:p>
          <a:p>
            <a:pPr marL="279404" marR="0" lvl="0" indent="-279404" algn="l" defTabSz="914400" rtl="0" fontAlgn="auto" hangingPunct="1">
              <a:lnSpc>
                <a:spcPct val="100000"/>
              </a:lnSpc>
              <a:spcBef>
                <a:spcPts val="0"/>
              </a:spcBef>
              <a:spcAft>
                <a:spcPts val="1000"/>
              </a:spcAft>
              <a:buClr>
                <a:srgbClr val="026855"/>
              </a:buClr>
              <a:buSzPct val="100000"/>
              <a:buChar char="•"/>
              <a:tabLst/>
              <a:defRPr sz="1800" b="0" i="0" u="none" strike="noStrike" kern="0" cap="none" spc="0" baseline="0">
                <a:solidFill>
                  <a:srgbClr val="000000"/>
                </a:solidFill>
                <a:uFillTx/>
              </a:defRPr>
            </a:pPr>
            <a:endParaRPr lang="en-US" sz="1800" b="0" i="0" u="none" strike="noStrike" kern="1200" cap="none" spc="0" baseline="0">
              <a:solidFill>
                <a:srgbClr val="0E2A2F"/>
              </a:solidFill>
              <a:uFillTx/>
              <a:latin typeface="Calibri"/>
            </a:endParaRPr>
          </a:p>
        </p:txBody>
      </p:sp>
      <p:sp>
        <p:nvSpPr>
          <p:cNvPr id="11" name="Slide Number Placeholder 0">
            <a:extLst>
              <a:ext uri="{FF2B5EF4-FFF2-40B4-BE49-F238E27FC236}">
                <a16:creationId xmlns:a16="http://schemas.microsoft.com/office/drawing/2014/main" id="{67AF7F88-07D1-21FB-A9ED-090B368825E3}"/>
              </a:ext>
            </a:extLst>
          </p:cNvPr>
          <p:cNvSpPr txBox="1">
            <a:spLocks noGrp="1"/>
          </p:cNvSpPr>
          <p:nvPr/>
        </p:nvSpPr>
        <p:spPr>
          <a:xfrm>
            <a:off x="11259007" y="6409944"/>
            <a:ext cx="457200" cy="395935"/>
          </a:xfrm>
          <a:prstGeom prst="rect">
            <a:avLst/>
          </a:prstGeom>
          <a:noFill/>
          <a:ln/>
        </p:spPr>
        <p:txBody>
          <a:bodyPr vert="horz" wrap="square" lIns="0" tIns="0" rIns="0" bIns="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21EFA6B3-1F78-4840-A2DF-AFD8E48BE29B}" type="slidenum">
              <a:rPr kumimoji="0" lang="en-US" sz="1100" b="1" i="0" u="none" strike="noStrike" kern="1200" cap="none" spc="0" normalizeH="0" baseline="0" noProof="0" smtClean="0">
                <a:ln>
                  <a:noFill/>
                </a:ln>
                <a:solidFill>
                  <a:srgbClr val="052B35"/>
                </a:solidFill>
                <a:effectLst/>
                <a:uLnTx/>
                <a:uFillTx/>
                <a:latin typeface="Calibri"/>
                <a:ea typeface="Calibri"/>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100" b="0" i="0" u="none" strike="noStrike" kern="1200" cap="none" spc="0" normalizeH="0" baseline="0" noProof="0">
              <a:ln>
                <a:noFill/>
              </a:ln>
              <a:solidFill>
                <a:srgbClr val="052B35"/>
              </a:solidFill>
              <a:effectLst/>
              <a:uLnTx/>
              <a:uFillTx/>
              <a:latin typeface="Calibri"/>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a:extLst>
              <a:ext uri="{FF2B5EF4-FFF2-40B4-BE49-F238E27FC236}">
                <a16:creationId xmlns:a16="http://schemas.microsoft.com/office/drawing/2014/main" id="{177BEB71-CEC3-6FE5-904E-54BBB951D916}"/>
              </a:ext>
            </a:extLst>
          </p:cNvPr>
          <p:cNvSpPr txBox="1">
            <a:spLocks noGrp="1"/>
          </p:cNvSpPr>
          <p:nvPr>
            <p:ph type="title"/>
          </p:nvPr>
        </p:nvSpPr>
        <p:spPr>
          <a:xfrm>
            <a:off x="3246120" y="320040"/>
            <a:ext cx="7498079" cy="822960"/>
          </a:xfrm>
        </p:spPr>
        <p:txBody>
          <a:bodyPr lIns="0" tIns="0" rIns="0" bIns="0" anchor="ctr"/>
          <a:lstStyle/>
          <a:p>
            <a:pPr lvl="0"/>
            <a:r>
              <a:rPr lang="en-US"/>
              <a:t>EXISTING SOLUTIONS / APPROACHES</a:t>
            </a:r>
          </a:p>
        </p:txBody>
      </p:sp>
      <p:sp>
        <p:nvSpPr>
          <p:cNvPr id="3" name="Team Badge">
            <a:extLst>
              <a:ext uri="{FF2B5EF4-FFF2-40B4-BE49-F238E27FC236}">
                <a16:creationId xmlns:a16="http://schemas.microsoft.com/office/drawing/2014/main" id="{4C84DC48-09AF-87AE-52EF-A4560BF83C9A}"/>
              </a:ext>
            </a:extLst>
          </p:cNvPr>
          <p:cNvSpPr/>
          <p:nvPr/>
        </p:nvSpPr>
        <p:spPr>
          <a:xfrm>
            <a:off x="457200" y="320040"/>
            <a:ext cx="2606039" cy="822960"/>
          </a:xfrm>
          <a:custGeom>
            <a:avLst>
              <a:gd name="f0" fmla="val 288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9528" cap="flat">
            <a:solidFill>
              <a:srgbClr val="D3E6DD"/>
            </a:solidFill>
            <a:prstDash val="solid"/>
            <a:miter/>
          </a:ln>
        </p:spPr>
        <p:txBody>
          <a:bodyPr lIns="0" tIns="0" rIns="0" bIns="0"/>
          <a:lstStyle/>
          <a:p>
            <a:endParaRPr lang="en-US"/>
          </a:p>
        </p:txBody>
      </p:sp>
      <p:sp>
        <p:nvSpPr>
          <p:cNvPr id="4" name="Team Icon Hex">
            <a:extLst>
              <a:ext uri="{FF2B5EF4-FFF2-40B4-BE49-F238E27FC236}">
                <a16:creationId xmlns:a16="http://schemas.microsoft.com/office/drawing/2014/main" id="{957DB0D8-0571-A155-7C53-5D7584BD099F}"/>
              </a:ext>
            </a:extLst>
          </p:cNvPr>
          <p:cNvSpPr/>
          <p:nvPr/>
        </p:nvSpPr>
        <p:spPr>
          <a:xfrm>
            <a:off x="603504" y="457200"/>
            <a:ext cx="630936" cy="548640"/>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F3F8F5"/>
          </a:solidFill>
          <a:ln w="9528" cap="flat">
            <a:solidFill>
              <a:srgbClr val="D3E6DD"/>
            </a:solidFill>
            <a:prstDash val="solid"/>
            <a:miter/>
          </a:ln>
        </p:spPr>
        <p:txBody>
          <a:bodyPr lIns="0" tIns="0" rIns="0" bIns="0"/>
          <a:lstStyle/>
          <a:p>
            <a:endParaRPr lang="en-US"/>
          </a:p>
        </p:txBody>
      </p:sp>
      <p:pic>
        <p:nvPicPr>
          <p:cNvPr id="5" name="Team Icon" descr="Team icon">
            <a:extLst>
              <a:ext uri="{FF2B5EF4-FFF2-40B4-BE49-F238E27FC236}">
                <a16:creationId xmlns:a16="http://schemas.microsoft.com/office/drawing/2014/main" id="{37659E67-3A39-0228-E401-4164A012F47E}"/>
              </a:ext>
            </a:extLst>
          </p:cNvPr>
          <p:cNvPicPr>
            <a:picLocks noChangeAspect="1"/>
          </p:cNvPicPr>
          <p:nvPr/>
        </p:nvPicPr>
        <p:blipFill>
          <a:blip r:embed="rId3"/>
          <a:stretch>
            <a:fillRect/>
          </a:stretch>
        </p:blipFill>
        <p:spPr>
          <a:xfrm>
            <a:off x="736092" y="548640"/>
            <a:ext cx="365760" cy="365760"/>
          </a:xfrm>
          <a:prstGeom prst="rect">
            <a:avLst/>
          </a:prstGeom>
          <a:noFill/>
          <a:ln cap="flat">
            <a:noFill/>
          </a:ln>
        </p:spPr>
      </p:pic>
      <p:sp>
        <p:nvSpPr>
          <p:cNvPr id="6" name="Team Name">
            <a:extLst>
              <a:ext uri="{FF2B5EF4-FFF2-40B4-BE49-F238E27FC236}">
                <a16:creationId xmlns:a16="http://schemas.microsoft.com/office/drawing/2014/main" id="{C26FA013-8708-B3D3-C5DC-88395517C07E}"/>
              </a:ext>
            </a:extLst>
          </p:cNvPr>
          <p:cNvSpPr txBox="1"/>
          <p:nvPr/>
        </p:nvSpPr>
        <p:spPr>
          <a:xfrm>
            <a:off x="1371600" y="384048"/>
            <a:ext cx="1627632" cy="694944"/>
          </a:xfrm>
          <a:prstGeom prst="rect">
            <a:avLst/>
          </a:prstGeom>
          <a:noFill/>
          <a:ln cap="flat">
            <a:noFill/>
          </a:ln>
        </p:spPr>
        <p:txBody>
          <a:bodyPr vert="horz" wrap="square" lIns="0" tIns="0" rIns="0" bIns="0" anchor="ctr" anchorCtr="0" compatLnSpc="1">
            <a:norm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1" i="0" u="none" strike="noStrike" kern="0" cap="none" spc="300" baseline="0" dirty="0">
                <a:solidFill>
                  <a:srgbClr val="5B6F6B"/>
                </a:solidFill>
                <a:uFillTx/>
                <a:latin typeface="Calibri"/>
              </a:rPr>
              <a:t>TEAM</a:t>
            </a:r>
            <a:endParaRPr lang="en-US" sz="900" b="0" i="0" u="none" strike="noStrike" kern="1200" cap="none" spc="0" baseline="0" dirty="0">
              <a:solidFill>
                <a:srgbClr val="0E2A2F"/>
              </a:solidFill>
              <a:uFillTx/>
              <a:latin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500" b="1" dirty="0">
                <a:solidFill>
                  <a:srgbClr val="026855"/>
                </a:solidFill>
                <a:latin typeface="Calibri"/>
              </a:rPr>
              <a:t>CODEHOLICS </a:t>
            </a:r>
            <a:endParaRPr lang="en-US" sz="900" b="0" i="0" u="none" strike="noStrike" kern="1200" cap="none" spc="0" baseline="0" dirty="0">
              <a:solidFill>
                <a:srgbClr val="0E2A2F"/>
              </a:solidFill>
              <a:uFillTx/>
              <a:latin typeface="Calibri"/>
            </a:endParaRPr>
          </a:p>
        </p:txBody>
      </p:sp>
      <p:sp>
        <p:nvSpPr>
          <p:cNvPr id="7" name="Lead Icon Hex">
            <a:extLst>
              <a:ext uri="{FF2B5EF4-FFF2-40B4-BE49-F238E27FC236}">
                <a16:creationId xmlns:a16="http://schemas.microsoft.com/office/drawing/2014/main" id="{813F1760-303C-55C7-E9F9-ECD673F179B1}"/>
              </a:ext>
            </a:extLst>
          </p:cNvPr>
          <p:cNvSpPr/>
          <p:nvPr/>
        </p:nvSpPr>
        <p:spPr>
          <a:xfrm>
            <a:off x="548640" y="1463040"/>
            <a:ext cx="457200" cy="395935"/>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7AC143"/>
          </a:solidFill>
          <a:ln cap="flat">
            <a:noFill/>
            <a:prstDash val="solid"/>
          </a:ln>
        </p:spPr>
        <p:txBody>
          <a:bodyPr lIns="0" tIns="0" rIns="0" bIns="0"/>
          <a:lstStyle/>
          <a:p>
            <a:endParaRPr lang="en-US"/>
          </a:p>
        </p:txBody>
      </p:sp>
      <p:pic>
        <p:nvPicPr>
          <p:cNvPr id="8" name="Lead Icon" descr="Lightbulb icon">
            <a:extLst>
              <a:ext uri="{FF2B5EF4-FFF2-40B4-BE49-F238E27FC236}">
                <a16:creationId xmlns:a16="http://schemas.microsoft.com/office/drawing/2014/main" id="{CA1D2D5A-89DC-F18E-07A1-E052E0DBB43F}"/>
              </a:ext>
            </a:extLst>
          </p:cNvPr>
          <p:cNvPicPr>
            <a:picLocks noChangeAspect="1"/>
          </p:cNvPicPr>
          <p:nvPr/>
        </p:nvPicPr>
        <p:blipFill>
          <a:blip r:embed="rId4"/>
          <a:stretch>
            <a:fillRect/>
          </a:stretch>
        </p:blipFill>
        <p:spPr>
          <a:xfrm>
            <a:off x="640080" y="1523390"/>
            <a:ext cx="274320" cy="274320"/>
          </a:xfrm>
          <a:prstGeom prst="rect">
            <a:avLst/>
          </a:prstGeom>
          <a:noFill/>
          <a:ln cap="flat">
            <a:noFill/>
          </a:ln>
        </p:spPr>
      </p:pic>
      <p:sp>
        <p:nvSpPr>
          <p:cNvPr id="9" name="Lead Text">
            <a:extLst>
              <a:ext uri="{FF2B5EF4-FFF2-40B4-BE49-F238E27FC236}">
                <a16:creationId xmlns:a16="http://schemas.microsoft.com/office/drawing/2014/main" id="{301DC1CC-ECE1-E53D-5E18-D22EFA5BCEDD}"/>
              </a:ext>
            </a:extLst>
          </p:cNvPr>
          <p:cNvSpPr txBox="1"/>
          <p:nvPr/>
        </p:nvSpPr>
        <p:spPr>
          <a:xfrm>
            <a:off x="1170432" y="1417320"/>
            <a:ext cx="9601200" cy="502920"/>
          </a:xfrm>
          <a:prstGeom prst="rect">
            <a:avLst/>
          </a:prstGeom>
          <a:noFill/>
          <a:ln cap="flat">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94542"/>
                </a:solidFill>
                <a:uFillTx/>
                <a:latin typeface="Calibri"/>
              </a:rPr>
              <a:t>What is already being done, and where it falls short</a:t>
            </a:r>
            <a:endParaRPr lang="en-US" sz="1800" b="0" i="0" u="none" strike="noStrike" kern="1200" cap="none" spc="0" baseline="0">
              <a:solidFill>
                <a:srgbClr val="0E2A2F"/>
              </a:solidFill>
              <a:uFillTx/>
              <a:latin typeface="Calibri"/>
            </a:endParaRPr>
          </a:p>
        </p:txBody>
      </p:sp>
      <p:sp>
        <p:nvSpPr>
          <p:cNvPr id="10" name="Prompts">
            <a:extLst>
              <a:ext uri="{FF2B5EF4-FFF2-40B4-BE49-F238E27FC236}">
                <a16:creationId xmlns:a16="http://schemas.microsoft.com/office/drawing/2014/main" id="{CA84FDA0-7459-06FC-7B96-3DF6226D70FA}"/>
              </a:ext>
            </a:extLst>
          </p:cNvPr>
          <p:cNvSpPr txBox="1"/>
          <p:nvPr/>
        </p:nvSpPr>
        <p:spPr>
          <a:xfrm>
            <a:off x="868680" y="2148839"/>
            <a:ext cx="10424160" cy="3430865"/>
          </a:xfrm>
          <a:prstGeom prst="rect">
            <a:avLst/>
          </a:prstGeom>
          <a:noFill/>
          <a:ln cap="flat">
            <a:noFill/>
          </a:ln>
        </p:spPr>
        <p:txBody>
          <a:bodyPr vert="horz" wrap="square" lIns="0" tIns="0" rIns="0" bIns="0" anchor="t" anchorCtr="0" compatLnSpc="1">
            <a:noAutofit/>
          </a:bodyPr>
          <a:lstStyle/>
          <a:p>
            <a:pPr marL="279404" marR="0" lvl="0" indent="-279404" algn="l" defTabSz="914400" rtl="0" fontAlgn="auto" hangingPunct="1">
              <a:lnSpc>
                <a:spcPct val="100000"/>
              </a:lnSpc>
              <a:spcBef>
                <a:spcPts val="0"/>
              </a:spcBef>
              <a:spcAft>
                <a:spcPts val="1000"/>
              </a:spcAft>
              <a:buClr>
                <a:srgbClr val="026855"/>
              </a:buClr>
              <a:buSzPct val="100000"/>
              <a:buChar char="•"/>
              <a:tabLst/>
              <a:defRPr sz="1800" b="0" i="0" u="none" strike="noStrike" kern="0" cap="none" spc="0" baseline="0">
                <a:solidFill>
                  <a:srgbClr val="000000"/>
                </a:solidFill>
                <a:uFillTx/>
              </a:defRPr>
            </a:pPr>
            <a:r>
              <a:rPr lang="en-US" sz="1800" b="0" i="0" u="none" strike="noStrike" kern="1200" cap="none" spc="0" baseline="0" dirty="0">
                <a:solidFill>
                  <a:srgbClr val="0E2A2F"/>
                </a:solidFill>
                <a:uFillTx/>
                <a:latin typeface="Calibri"/>
              </a:rPr>
              <a:t>Plant Nanny / Parrot Flower Power / Click &amp; Grow: These are consumer-grade smart garden systems. Click &amp; Grow, for instance, uses smart soil and automated indoor LED grow lights so people can leave their plants unattended for weeks.</a:t>
            </a:r>
          </a:p>
          <a:p>
            <a:pPr marL="279404" marR="0" lvl="0" indent="-279404" algn="l" defTabSz="914400" rtl="0" fontAlgn="auto" hangingPunct="1">
              <a:lnSpc>
                <a:spcPct val="100000"/>
              </a:lnSpc>
              <a:spcBef>
                <a:spcPts val="0"/>
              </a:spcBef>
              <a:spcAft>
                <a:spcPts val="1000"/>
              </a:spcAft>
              <a:buClr>
                <a:srgbClr val="026855"/>
              </a:buClr>
              <a:buSzPct val="100000"/>
              <a:buChar char="•"/>
              <a:tabLst/>
              <a:defRPr sz="1800" b="0" i="0" u="none" strike="noStrike" kern="0" cap="none" spc="0" baseline="0">
                <a:solidFill>
                  <a:srgbClr val="000000"/>
                </a:solidFill>
                <a:uFillTx/>
              </a:defRPr>
            </a:pPr>
            <a:r>
              <a:rPr lang="en-US" sz="1800" b="0" i="0" u="none" strike="noStrike" kern="1200" cap="none" spc="0" baseline="0" dirty="0">
                <a:solidFill>
                  <a:srgbClr val="0E2A2F"/>
                </a:solidFill>
                <a:uFillTx/>
                <a:latin typeface="Calibri"/>
              </a:rPr>
              <a:t>Commercial Smart Irrigation (Rain Bird, </a:t>
            </a:r>
            <a:r>
              <a:rPr lang="en-US" sz="1800" b="0" i="0" u="none" strike="noStrike" kern="1200" cap="none" spc="0" baseline="0" dirty="0" err="1">
                <a:solidFill>
                  <a:srgbClr val="0E2A2F"/>
                </a:solidFill>
                <a:uFillTx/>
                <a:latin typeface="Calibri"/>
              </a:rPr>
              <a:t>Rachio</a:t>
            </a:r>
            <a:r>
              <a:rPr lang="en-US" sz="1800" b="0" i="0" u="none" strike="noStrike" kern="1200" cap="none" spc="0" baseline="0" dirty="0">
                <a:solidFill>
                  <a:srgbClr val="0E2A2F"/>
                </a:solidFill>
                <a:uFillTx/>
                <a:latin typeface="Calibri"/>
              </a:rPr>
              <a:t>): At a larger scale, commercial farms and urban landscapers use weather-adaptive automated controllers that pull local meteorological data to decide when to irrigate.</a:t>
            </a:r>
          </a:p>
          <a:p>
            <a:pPr marL="0" marR="0" lvl="0" indent="0" algn="l" defTabSz="914400" rtl="0" fontAlgn="auto" hangingPunct="1">
              <a:lnSpc>
                <a:spcPct val="100000"/>
              </a:lnSpc>
              <a:spcBef>
                <a:spcPts val="0"/>
              </a:spcBef>
              <a:spcAft>
                <a:spcPts val="1000"/>
              </a:spcAft>
              <a:buNone/>
              <a:tabLst/>
              <a:defRPr sz="1800" b="0" i="0" u="none" strike="noStrike" kern="0" cap="none" spc="0" baseline="0">
                <a:solidFill>
                  <a:srgbClr val="000000"/>
                </a:solidFill>
                <a:uFillTx/>
              </a:defRPr>
            </a:pPr>
            <a:r>
              <a:rPr lang="en-US" sz="1800" b="0" i="0" u="none" strike="noStrike" kern="1200" cap="none" spc="0" baseline="0" dirty="0">
                <a:solidFill>
                  <a:srgbClr val="0E2A2F"/>
                </a:solidFill>
                <a:uFillTx/>
                <a:latin typeface="Calibri"/>
              </a:rPr>
              <a:t>APPRO</a:t>
            </a:r>
            <a:r>
              <a:rPr lang="en-IN" sz="1800" b="0" i="0" u="none" strike="noStrike" kern="1200" cap="none" spc="0" baseline="0" dirty="0">
                <a:solidFill>
                  <a:srgbClr val="0E2A2F"/>
                </a:solidFill>
                <a:uFillTx/>
                <a:latin typeface="Calibri"/>
              </a:rPr>
              <a:t>A</a:t>
            </a:r>
            <a:r>
              <a:rPr lang="en-US" sz="1800" b="0" i="0" u="none" strike="noStrike" kern="1200" cap="none" spc="0" baseline="0" dirty="0">
                <a:solidFill>
                  <a:srgbClr val="0E2A2F"/>
                </a:solidFill>
                <a:uFillTx/>
                <a:latin typeface="Calibri"/>
              </a:rPr>
              <a:t>CHES</a:t>
            </a:r>
          </a:p>
          <a:p>
            <a:pPr marL="279404" marR="0" lvl="0" indent="-279404" algn="l" defTabSz="914400" rtl="0" fontAlgn="auto" hangingPunct="1">
              <a:lnSpc>
                <a:spcPct val="100000"/>
              </a:lnSpc>
              <a:spcBef>
                <a:spcPts val="0"/>
              </a:spcBef>
              <a:spcAft>
                <a:spcPts val="1000"/>
              </a:spcAft>
              <a:buClr>
                <a:srgbClr val="026855"/>
              </a:buClr>
              <a:buSzPct val="100000"/>
              <a:buChar char="•"/>
              <a:tabLst/>
              <a:defRPr sz="1800" b="0" i="0" u="none" strike="noStrike" kern="0" cap="none" spc="0" baseline="0">
                <a:solidFill>
                  <a:srgbClr val="000000"/>
                </a:solidFill>
                <a:uFillTx/>
              </a:defRPr>
            </a:pPr>
            <a:r>
              <a:rPr lang="en-US" sz="1800" b="0" i="0" u="none" strike="noStrike" kern="1200" cap="none" spc="0" baseline="0" dirty="0" err="1">
                <a:solidFill>
                  <a:srgbClr val="0E2A2F"/>
                </a:solidFill>
                <a:uFillTx/>
                <a:latin typeface="Calibri"/>
              </a:rPr>
              <a:t>IoT</a:t>
            </a:r>
            <a:r>
              <a:rPr lang="en-US" sz="1800" b="0" i="0" u="none" strike="noStrike" kern="1200" cap="none" spc="0" baseline="0" dirty="0">
                <a:solidFill>
                  <a:srgbClr val="0E2A2F"/>
                </a:solidFill>
                <a:uFillTx/>
                <a:latin typeface="Calibri"/>
              </a:rPr>
              <a:t> Plant Monitoring &amp; Automated Irrigation Systems: Thousands of engineering students and researchers have built variations of this using Arduino/</a:t>
            </a:r>
            <a:r>
              <a:rPr lang="en-US" sz="1800" b="0" i="0" u="none" strike="noStrike" kern="1200" cap="none" spc="0" baseline="0" dirty="0" err="1">
                <a:solidFill>
                  <a:srgbClr val="0E2A2F"/>
                </a:solidFill>
                <a:uFillTx/>
                <a:latin typeface="Calibri"/>
              </a:rPr>
              <a:t>NodeMCU</a:t>
            </a:r>
            <a:r>
              <a:rPr lang="en-US" sz="1800" b="0" i="0" u="none" strike="noStrike" kern="1200" cap="none" spc="0" baseline="0" dirty="0">
                <a:solidFill>
                  <a:srgbClr val="0E2A2F"/>
                </a:solidFill>
                <a:uFillTx/>
                <a:latin typeface="Calibri"/>
              </a:rPr>
              <a:t> (ESP8266), soil moisture sensors, and cloud dashboards like </a:t>
            </a:r>
            <a:r>
              <a:rPr lang="en-US" sz="1800" b="0" i="0" u="none" strike="noStrike" kern="1200" cap="none" spc="0" baseline="0" dirty="0" err="1">
                <a:solidFill>
                  <a:srgbClr val="0E2A2F"/>
                </a:solidFill>
                <a:uFillTx/>
                <a:latin typeface="Calibri"/>
              </a:rPr>
              <a:t>Blynk</a:t>
            </a:r>
            <a:r>
              <a:rPr lang="en-US" sz="1800" b="0" i="0" u="none" strike="noStrike" kern="1200" cap="none" spc="0" baseline="0" dirty="0">
                <a:solidFill>
                  <a:srgbClr val="0E2A2F"/>
                </a:solidFill>
                <a:uFillTx/>
                <a:latin typeface="Calibri"/>
              </a:rPr>
              <a:t> or </a:t>
            </a:r>
            <a:r>
              <a:rPr lang="en-US" sz="1800" b="0" i="0" u="none" strike="noStrike" kern="1200" cap="none" spc="0" baseline="0" dirty="0" err="1">
                <a:solidFill>
                  <a:srgbClr val="0E2A2F"/>
                </a:solidFill>
                <a:uFillTx/>
                <a:latin typeface="Calibri"/>
              </a:rPr>
              <a:t>ThingSpeak</a:t>
            </a:r>
            <a:endParaRPr lang="en-US" sz="1800" b="0" i="0" u="none" strike="noStrike" kern="1200" cap="none" spc="0" baseline="0" dirty="0">
              <a:solidFill>
                <a:srgbClr val="0E2A2F"/>
              </a:solidFill>
              <a:uFillTx/>
              <a:latin typeface="Calibri"/>
            </a:endParaRPr>
          </a:p>
        </p:txBody>
      </p:sp>
      <p:sp>
        <p:nvSpPr>
          <p:cNvPr id="11" name="Slide Number Placeholder 0">
            <a:extLst>
              <a:ext uri="{FF2B5EF4-FFF2-40B4-BE49-F238E27FC236}">
                <a16:creationId xmlns:a16="http://schemas.microsoft.com/office/drawing/2014/main" id="{5DD5A896-AB9A-A348-207A-0D1C35FBE05E}"/>
              </a:ext>
            </a:extLst>
          </p:cNvPr>
          <p:cNvSpPr txBox="1">
            <a:spLocks noGrp="1"/>
          </p:cNvSpPr>
          <p:nvPr/>
        </p:nvSpPr>
        <p:spPr>
          <a:xfrm>
            <a:off x="11259007" y="6409944"/>
            <a:ext cx="457200" cy="395935"/>
          </a:xfrm>
          <a:prstGeom prst="rect">
            <a:avLst/>
          </a:prstGeom>
          <a:noFill/>
          <a:ln/>
        </p:spPr>
        <p:txBody>
          <a:bodyPr vert="horz" wrap="square" lIns="0" tIns="0" rIns="0" bIns="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564B4119-CED8-46D4-913D-A3871AF18FDB}" type="slidenum">
              <a:rPr kumimoji="0" lang="en-US" sz="1100" b="1" i="0" u="none" strike="noStrike" kern="1200" cap="none" spc="0" normalizeH="0" baseline="0" noProof="0" smtClean="0">
                <a:ln>
                  <a:noFill/>
                </a:ln>
                <a:solidFill>
                  <a:srgbClr val="052B35"/>
                </a:solidFill>
                <a:effectLst/>
                <a:uLnTx/>
                <a:uFillTx/>
                <a:latin typeface="Calibri"/>
                <a:ea typeface="Calibri"/>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100" b="0" i="0" u="none" strike="noStrike" kern="1200" cap="none" spc="0" normalizeH="0" baseline="0" noProof="0">
              <a:ln>
                <a:noFill/>
              </a:ln>
              <a:solidFill>
                <a:srgbClr val="052B35"/>
              </a:solidFill>
              <a:effectLst/>
              <a:uLnTx/>
              <a:uFillTx/>
              <a:latin typeface="Calibri"/>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a:extLst>
              <a:ext uri="{FF2B5EF4-FFF2-40B4-BE49-F238E27FC236}">
                <a16:creationId xmlns:a16="http://schemas.microsoft.com/office/drawing/2014/main" id="{41F58080-2611-32F6-11C9-380AB568650E}"/>
              </a:ext>
            </a:extLst>
          </p:cNvPr>
          <p:cNvSpPr txBox="1">
            <a:spLocks noGrp="1"/>
          </p:cNvSpPr>
          <p:nvPr>
            <p:ph type="title"/>
          </p:nvPr>
        </p:nvSpPr>
        <p:spPr>
          <a:xfrm>
            <a:off x="3246120" y="320040"/>
            <a:ext cx="7498079" cy="822960"/>
          </a:xfrm>
        </p:spPr>
        <p:txBody>
          <a:bodyPr lIns="0" tIns="0" rIns="0" bIns="0" anchor="ctr"/>
          <a:lstStyle/>
          <a:p>
            <a:pPr lvl="0"/>
            <a:r>
              <a:rPr lang="en-US"/>
              <a:t>PROBLEM INSIGHTS &amp; OPPORTUNITY AREAS</a:t>
            </a:r>
          </a:p>
        </p:txBody>
      </p:sp>
      <p:sp>
        <p:nvSpPr>
          <p:cNvPr id="3" name="Team Badge">
            <a:extLst>
              <a:ext uri="{FF2B5EF4-FFF2-40B4-BE49-F238E27FC236}">
                <a16:creationId xmlns:a16="http://schemas.microsoft.com/office/drawing/2014/main" id="{0E98DBA3-8085-7982-9F5E-2D75231C4B47}"/>
              </a:ext>
            </a:extLst>
          </p:cNvPr>
          <p:cNvSpPr/>
          <p:nvPr/>
        </p:nvSpPr>
        <p:spPr>
          <a:xfrm>
            <a:off x="457200" y="320040"/>
            <a:ext cx="2606039" cy="822960"/>
          </a:xfrm>
          <a:custGeom>
            <a:avLst>
              <a:gd name="f0" fmla="val 288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9528" cap="flat">
            <a:solidFill>
              <a:srgbClr val="D3E6DD"/>
            </a:solidFill>
            <a:prstDash val="solid"/>
            <a:miter/>
          </a:ln>
        </p:spPr>
        <p:txBody>
          <a:bodyPr lIns="0" tIns="0" rIns="0" bIns="0"/>
          <a:lstStyle/>
          <a:p>
            <a:endParaRPr lang="en-US"/>
          </a:p>
        </p:txBody>
      </p:sp>
      <p:sp>
        <p:nvSpPr>
          <p:cNvPr id="4" name="Team Icon Hex">
            <a:extLst>
              <a:ext uri="{FF2B5EF4-FFF2-40B4-BE49-F238E27FC236}">
                <a16:creationId xmlns:a16="http://schemas.microsoft.com/office/drawing/2014/main" id="{3930621C-6E74-3B9A-ECF7-42A80DC948DA}"/>
              </a:ext>
            </a:extLst>
          </p:cNvPr>
          <p:cNvSpPr/>
          <p:nvPr/>
        </p:nvSpPr>
        <p:spPr>
          <a:xfrm>
            <a:off x="603504" y="457200"/>
            <a:ext cx="630936" cy="548640"/>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F3F8F5"/>
          </a:solidFill>
          <a:ln w="9528" cap="flat">
            <a:solidFill>
              <a:srgbClr val="D3E6DD"/>
            </a:solidFill>
            <a:prstDash val="solid"/>
            <a:miter/>
          </a:ln>
        </p:spPr>
        <p:txBody>
          <a:bodyPr lIns="0" tIns="0" rIns="0" bIns="0"/>
          <a:lstStyle/>
          <a:p>
            <a:endParaRPr lang="en-US"/>
          </a:p>
        </p:txBody>
      </p:sp>
      <p:pic>
        <p:nvPicPr>
          <p:cNvPr id="5" name="Team Icon" descr="Team icon">
            <a:extLst>
              <a:ext uri="{FF2B5EF4-FFF2-40B4-BE49-F238E27FC236}">
                <a16:creationId xmlns:a16="http://schemas.microsoft.com/office/drawing/2014/main" id="{FA8C18BD-50A5-1CFE-41B9-A9D80A760AD7}"/>
              </a:ext>
            </a:extLst>
          </p:cNvPr>
          <p:cNvPicPr>
            <a:picLocks noChangeAspect="1"/>
          </p:cNvPicPr>
          <p:nvPr/>
        </p:nvPicPr>
        <p:blipFill>
          <a:blip r:embed="rId3"/>
          <a:stretch>
            <a:fillRect/>
          </a:stretch>
        </p:blipFill>
        <p:spPr>
          <a:xfrm>
            <a:off x="736092" y="548640"/>
            <a:ext cx="365760" cy="365760"/>
          </a:xfrm>
          <a:prstGeom prst="rect">
            <a:avLst/>
          </a:prstGeom>
          <a:noFill/>
          <a:ln cap="flat">
            <a:noFill/>
          </a:ln>
        </p:spPr>
      </p:pic>
      <p:sp>
        <p:nvSpPr>
          <p:cNvPr id="6" name="Team Name">
            <a:extLst>
              <a:ext uri="{FF2B5EF4-FFF2-40B4-BE49-F238E27FC236}">
                <a16:creationId xmlns:a16="http://schemas.microsoft.com/office/drawing/2014/main" id="{5EA1AD0E-2F08-575D-E93C-B9DC618F9AE4}"/>
              </a:ext>
            </a:extLst>
          </p:cNvPr>
          <p:cNvSpPr txBox="1"/>
          <p:nvPr/>
        </p:nvSpPr>
        <p:spPr>
          <a:xfrm>
            <a:off x="1371600" y="384048"/>
            <a:ext cx="1627632" cy="694944"/>
          </a:xfrm>
          <a:prstGeom prst="rect">
            <a:avLst/>
          </a:prstGeom>
          <a:noFill/>
          <a:ln cap="flat">
            <a:noFill/>
          </a:ln>
        </p:spPr>
        <p:txBody>
          <a:bodyPr vert="horz" wrap="square" lIns="0" tIns="0" rIns="0" bIns="0" anchor="ctr" anchorCtr="0" compatLnSpc="1">
            <a:norm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1" i="0" u="none" strike="noStrike" kern="0" cap="none" spc="300" baseline="0" dirty="0">
                <a:solidFill>
                  <a:srgbClr val="5B6F6B"/>
                </a:solidFill>
                <a:uFillTx/>
                <a:latin typeface="Calibri"/>
              </a:rPr>
              <a:t>TEAM</a:t>
            </a:r>
            <a:endParaRPr lang="en-US" sz="900" b="0" i="0" u="none" strike="noStrike" kern="1200" cap="none" spc="0" baseline="0" dirty="0">
              <a:solidFill>
                <a:srgbClr val="0E2A2F"/>
              </a:solidFill>
              <a:uFillTx/>
              <a:latin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500" b="1" dirty="0">
                <a:solidFill>
                  <a:srgbClr val="026855"/>
                </a:solidFill>
                <a:latin typeface="Calibri"/>
              </a:rPr>
              <a:t>CODEHOLICS </a:t>
            </a:r>
            <a:endParaRPr lang="en-US" sz="900" b="0" i="0" u="none" strike="noStrike" kern="1200" cap="none" spc="0" baseline="0" dirty="0">
              <a:solidFill>
                <a:srgbClr val="0E2A2F"/>
              </a:solidFill>
              <a:uFillTx/>
              <a:latin typeface="Calibri"/>
            </a:endParaRPr>
          </a:p>
        </p:txBody>
      </p:sp>
      <p:sp>
        <p:nvSpPr>
          <p:cNvPr id="7" name="Lead Icon Hex">
            <a:extLst>
              <a:ext uri="{FF2B5EF4-FFF2-40B4-BE49-F238E27FC236}">
                <a16:creationId xmlns:a16="http://schemas.microsoft.com/office/drawing/2014/main" id="{92362CE9-1D59-7F5C-691C-87F86E9ECB53}"/>
              </a:ext>
            </a:extLst>
          </p:cNvPr>
          <p:cNvSpPr/>
          <p:nvPr/>
        </p:nvSpPr>
        <p:spPr>
          <a:xfrm>
            <a:off x="548640" y="1463040"/>
            <a:ext cx="457200" cy="395935"/>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7AC143"/>
          </a:solidFill>
          <a:ln cap="flat">
            <a:noFill/>
            <a:prstDash val="solid"/>
          </a:ln>
        </p:spPr>
        <p:txBody>
          <a:bodyPr lIns="0" tIns="0" rIns="0" bIns="0"/>
          <a:lstStyle/>
          <a:p>
            <a:endParaRPr lang="en-US"/>
          </a:p>
        </p:txBody>
      </p:sp>
      <p:pic>
        <p:nvPicPr>
          <p:cNvPr id="8" name="Lead Icon" descr="Lightbulb icon">
            <a:extLst>
              <a:ext uri="{FF2B5EF4-FFF2-40B4-BE49-F238E27FC236}">
                <a16:creationId xmlns:a16="http://schemas.microsoft.com/office/drawing/2014/main" id="{D891A06D-A846-6C18-D718-BF4D198BC194}"/>
              </a:ext>
            </a:extLst>
          </p:cNvPr>
          <p:cNvPicPr>
            <a:picLocks noChangeAspect="1"/>
          </p:cNvPicPr>
          <p:nvPr/>
        </p:nvPicPr>
        <p:blipFill>
          <a:blip r:embed="rId4"/>
          <a:stretch>
            <a:fillRect/>
          </a:stretch>
        </p:blipFill>
        <p:spPr>
          <a:xfrm>
            <a:off x="640080" y="1523390"/>
            <a:ext cx="274320" cy="274320"/>
          </a:xfrm>
          <a:prstGeom prst="rect">
            <a:avLst/>
          </a:prstGeom>
          <a:noFill/>
          <a:ln cap="flat">
            <a:noFill/>
          </a:ln>
        </p:spPr>
      </p:pic>
      <p:sp>
        <p:nvSpPr>
          <p:cNvPr id="9" name="Lead Text">
            <a:extLst>
              <a:ext uri="{FF2B5EF4-FFF2-40B4-BE49-F238E27FC236}">
                <a16:creationId xmlns:a16="http://schemas.microsoft.com/office/drawing/2014/main" id="{039048C8-02FF-3DC1-8607-9494E511C2BA}"/>
              </a:ext>
            </a:extLst>
          </p:cNvPr>
          <p:cNvSpPr txBox="1"/>
          <p:nvPr/>
        </p:nvSpPr>
        <p:spPr>
          <a:xfrm>
            <a:off x="1170432" y="1417320"/>
            <a:ext cx="9601200" cy="502920"/>
          </a:xfrm>
          <a:prstGeom prst="rect">
            <a:avLst/>
          </a:prstGeom>
          <a:noFill/>
          <a:ln cap="flat">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94542"/>
                </a:solidFill>
                <a:uFillTx/>
                <a:latin typeface="Calibri"/>
              </a:rPr>
              <a:t>Resources required to solve the problem</a:t>
            </a:r>
            <a:endParaRPr lang="en-US" sz="1800" b="0" i="0" u="none" strike="noStrike" kern="1200" cap="none" spc="0" baseline="0">
              <a:solidFill>
                <a:srgbClr val="0E2A2F"/>
              </a:solidFill>
              <a:uFillTx/>
              <a:latin typeface="Calibri"/>
            </a:endParaRPr>
          </a:p>
        </p:txBody>
      </p:sp>
      <p:sp>
        <p:nvSpPr>
          <p:cNvPr id="10" name="Prompts">
            <a:extLst>
              <a:ext uri="{FF2B5EF4-FFF2-40B4-BE49-F238E27FC236}">
                <a16:creationId xmlns:a16="http://schemas.microsoft.com/office/drawing/2014/main" id="{FCD1E26A-55C4-A1CD-72A0-8C4427D6A011}"/>
              </a:ext>
            </a:extLst>
          </p:cNvPr>
          <p:cNvSpPr txBox="1"/>
          <p:nvPr/>
        </p:nvSpPr>
        <p:spPr>
          <a:xfrm>
            <a:off x="834847" y="2148839"/>
            <a:ext cx="10424160" cy="4160520"/>
          </a:xfrm>
          <a:prstGeom prst="rect">
            <a:avLst/>
          </a:prstGeom>
          <a:noFill/>
          <a:ln cap="flat">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1000"/>
              </a:spcAft>
              <a:buNone/>
              <a:tabLst/>
              <a:defRPr sz="1800" b="0" i="0" u="none" strike="noStrike" kern="0" cap="none" spc="0" baseline="0">
                <a:solidFill>
                  <a:srgbClr val="000000"/>
                </a:solidFill>
                <a:uFillTx/>
              </a:defRPr>
            </a:pPr>
            <a:r>
              <a:rPr lang="en-US" sz="1800" b="1" i="0" u="none" strike="noStrike" kern="1200" cap="none" spc="0" baseline="0">
                <a:solidFill>
                  <a:srgbClr val="0E2A2F"/>
                </a:solidFill>
                <a:uFillTx/>
                <a:latin typeface="Calibri"/>
              </a:rPr>
              <a:t>Hardware Requirements</a:t>
            </a:r>
          </a:p>
          <a:p>
            <a:pPr marL="285750" marR="0" lvl="0" indent="-28575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IN" sz="1800" b="0" i="0" u="none" strike="noStrike" kern="1200" cap="none" spc="0" baseline="0">
                <a:solidFill>
                  <a:srgbClr val="0E2A2F"/>
                </a:solidFill>
                <a:uFillTx/>
                <a:latin typeface="Calibri"/>
              </a:rPr>
              <a:t>Microcontroller (e.g., Arduino or ESP32) </a:t>
            </a:r>
          </a:p>
          <a:p>
            <a:pPr marL="285750" marR="0" lvl="0" indent="-28575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IN" sz="1800" b="0" i="0" u="none" strike="noStrike" kern="1200" cap="none" spc="0" baseline="0">
                <a:solidFill>
                  <a:srgbClr val="0E2A2F"/>
                </a:solidFill>
                <a:uFillTx/>
                <a:latin typeface="Calibri"/>
              </a:rPr>
              <a:t>Soil moisture, NPK (Nitrogen, Phosphorus, Potassium), and LDR light sensors </a:t>
            </a:r>
          </a:p>
          <a:p>
            <a:pPr marL="285750" marR="0" lvl="0" indent="-28575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IN" sz="1800" b="0" i="0" u="none" strike="noStrike" kern="1200" cap="none" spc="0" baseline="0">
                <a:solidFill>
                  <a:srgbClr val="0E2A2F"/>
                </a:solidFill>
                <a:uFillTx/>
                <a:latin typeface="Calibri"/>
              </a:rPr>
              <a:t>Mini water pumps/solenoid valves and tubing </a:t>
            </a:r>
          </a:p>
          <a:p>
            <a:pPr marL="285750" marR="0" lvl="0" indent="-28575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IN" sz="1800" b="0" i="0" u="none" strike="noStrike" kern="1200" cap="none" spc="0" baseline="0">
                <a:solidFill>
                  <a:srgbClr val="0E2A2F"/>
                </a:solidFill>
                <a:uFillTx/>
                <a:latin typeface="Calibri"/>
              </a:rPr>
              <a:t>Solar panel, charge controller, and rechargeable battery pack for off-grid power </a:t>
            </a:r>
          </a:p>
          <a:p>
            <a:pPr marL="0" marR="0" lvl="0" indent="0" algn="l" defTabSz="914400" rtl="0" fontAlgn="auto" hangingPunct="1">
              <a:lnSpc>
                <a:spcPct val="100000"/>
              </a:lnSpc>
              <a:spcBef>
                <a:spcPts val="0"/>
              </a:spcBef>
              <a:spcAft>
                <a:spcPts val="1000"/>
              </a:spcAft>
              <a:buNone/>
              <a:tabLst/>
              <a:defRPr sz="1800" b="0" i="0" u="none" strike="noStrike" kern="0" cap="none" spc="0" baseline="0">
                <a:solidFill>
                  <a:srgbClr val="000000"/>
                </a:solidFill>
                <a:uFillTx/>
              </a:defRPr>
            </a:pPr>
            <a:endParaRPr lang="en-US" sz="1800" b="1" i="0" u="none" strike="noStrike" kern="1200" cap="none" spc="0" baseline="0">
              <a:solidFill>
                <a:srgbClr val="0E2A2F"/>
              </a:solidFill>
              <a:uFillTx/>
              <a:latin typeface="Calibri"/>
            </a:endParaRPr>
          </a:p>
          <a:p>
            <a:pPr marL="0" marR="0" lvl="0" indent="0" algn="l" defTabSz="914400" rtl="0" fontAlgn="auto" hangingPunct="1">
              <a:lnSpc>
                <a:spcPct val="100000"/>
              </a:lnSpc>
              <a:spcBef>
                <a:spcPts val="0"/>
              </a:spcBef>
              <a:spcAft>
                <a:spcPts val="1000"/>
              </a:spcAft>
              <a:buNone/>
              <a:tabLst/>
              <a:defRPr sz="1800" b="0" i="0" u="none" strike="noStrike" kern="0" cap="none" spc="0" baseline="0">
                <a:solidFill>
                  <a:srgbClr val="000000"/>
                </a:solidFill>
                <a:uFillTx/>
              </a:defRPr>
            </a:pPr>
            <a:r>
              <a:rPr lang="en-US" sz="1800" b="1" i="0" u="none" strike="noStrike" kern="1200" cap="none" spc="0" baseline="0">
                <a:solidFill>
                  <a:srgbClr val="0E2A2F"/>
                </a:solidFill>
                <a:uFillTx/>
                <a:latin typeface="Calibri"/>
              </a:rPr>
              <a:t>Software Requirements</a:t>
            </a:r>
          </a:p>
          <a:p>
            <a:pPr marL="285750" marR="0" lvl="0" indent="-28575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IN" sz="1800" b="0" i="0" u="none" strike="noStrike" kern="1200" cap="none" spc="0" baseline="0">
                <a:solidFill>
                  <a:srgbClr val="0E2A2F"/>
                </a:solidFill>
                <a:uFillTx/>
                <a:latin typeface="Calibri"/>
              </a:rPr>
              <a:t>Arduino IDE / Embedded C++ for sensor data processing and automation logic </a:t>
            </a:r>
          </a:p>
          <a:p>
            <a:pPr marL="285750" marR="0" lvl="0" indent="-285750" algn="l" defTabSz="914400" rtl="0" fontAlgn="auto" hangingPunct="1">
              <a:lnSpc>
                <a:spcPct val="100000"/>
              </a:lnSpc>
              <a:spcBef>
                <a:spcPts val="0"/>
              </a:spcBef>
              <a:spcAft>
                <a:spcPts val="0"/>
              </a:spcAft>
              <a:buSzPct val="100000"/>
              <a:buFont typeface="Arial" pitchFamily="34"/>
              <a:buChar char="•"/>
              <a:tabLst/>
              <a:defRPr sz="1800" b="0" i="0" u="none" strike="noStrike" kern="0" cap="none" spc="0" baseline="0">
                <a:solidFill>
                  <a:srgbClr val="000000"/>
                </a:solidFill>
                <a:uFillTx/>
              </a:defRPr>
            </a:pPr>
            <a:r>
              <a:rPr lang="en-IN" sz="1800" b="0" i="0" u="none" strike="noStrike" kern="1200" cap="none" spc="0" baseline="0">
                <a:solidFill>
                  <a:srgbClr val="0E2A2F"/>
                </a:solidFill>
                <a:uFillTx/>
                <a:latin typeface="Calibri"/>
              </a:rPr>
              <a:t>Optional IoT dashboard or local serial monitoring interface </a:t>
            </a:r>
          </a:p>
          <a:p>
            <a:pPr marL="0" marR="0" lvl="0" indent="0" algn="l" defTabSz="914400" rtl="0" fontAlgn="auto" hangingPunct="1">
              <a:lnSpc>
                <a:spcPct val="100000"/>
              </a:lnSpc>
              <a:spcBef>
                <a:spcPts val="0"/>
              </a:spcBef>
              <a:spcAft>
                <a:spcPts val="1000"/>
              </a:spcAft>
              <a:buNone/>
              <a:tabLst/>
              <a:defRPr sz="1800" b="0" i="0" u="none" strike="noStrike" kern="0" cap="none" spc="0" baseline="0">
                <a:solidFill>
                  <a:srgbClr val="000000"/>
                </a:solidFill>
                <a:uFillTx/>
              </a:defRPr>
            </a:pPr>
            <a:endParaRPr lang="en-US" sz="1800" b="0" i="0" u="none" strike="noStrike" kern="1200" cap="none" spc="0" baseline="0">
              <a:solidFill>
                <a:srgbClr val="0E2A2F"/>
              </a:solidFill>
              <a:uFillTx/>
              <a:latin typeface="Calibri"/>
            </a:endParaRPr>
          </a:p>
        </p:txBody>
      </p:sp>
      <p:sp>
        <p:nvSpPr>
          <p:cNvPr id="11" name="Slide Number Placeholder 0">
            <a:extLst>
              <a:ext uri="{FF2B5EF4-FFF2-40B4-BE49-F238E27FC236}">
                <a16:creationId xmlns:a16="http://schemas.microsoft.com/office/drawing/2014/main" id="{E4D6C9D6-2F0B-86BF-DFBE-5ED357BB0C40}"/>
              </a:ext>
            </a:extLst>
          </p:cNvPr>
          <p:cNvSpPr txBox="1">
            <a:spLocks noGrp="1"/>
          </p:cNvSpPr>
          <p:nvPr/>
        </p:nvSpPr>
        <p:spPr>
          <a:xfrm>
            <a:off x="11259007" y="6409944"/>
            <a:ext cx="457200" cy="395935"/>
          </a:xfrm>
          <a:prstGeom prst="rect">
            <a:avLst/>
          </a:prstGeom>
          <a:noFill/>
          <a:ln/>
        </p:spPr>
        <p:txBody>
          <a:bodyPr vert="horz" wrap="square" lIns="0" tIns="0" rIns="0" bIns="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3070711-697B-424C-80D7-E1EC780EA56D}" type="slidenum">
              <a:rPr kumimoji="0" lang="en-US" sz="1100" b="1" i="0" u="none" strike="noStrike" kern="1200" cap="none" spc="0" normalizeH="0" baseline="0" noProof="0" smtClean="0">
                <a:ln>
                  <a:noFill/>
                </a:ln>
                <a:solidFill>
                  <a:srgbClr val="052B35"/>
                </a:solidFill>
                <a:effectLst/>
                <a:uLnTx/>
                <a:uFillTx/>
                <a:latin typeface="Calibri"/>
                <a:ea typeface="Calibri"/>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100" b="0" i="0" u="none" strike="noStrike" kern="1200" cap="none" spc="0" normalizeH="0" baseline="0" noProof="0">
              <a:ln>
                <a:noFill/>
              </a:ln>
              <a:solidFill>
                <a:srgbClr val="052B35"/>
              </a:solidFill>
              <a:effectLst/>
              <a:uLnTx/>
              <a:uFillTx/>
              <a:latin typeface="Calibri"/>
              <a:ea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a:extLst>
              <a:ext uri="{FF2B5EF4-FFF2-40B4-BE49-F238E27FC236}">
                <a16:creationId xmlns:a16="http://schemas.microsoft.com/office/drawing/2014/main" id="{45929B64-2F31-50D3-ED76-E57FAF1BC9E7}"/>
              </a:ext>
            </a:extLst>
          </p:cNvPr>
          <p:cNvSpPr txBox="1">
            <a:spLocks noGrp="1"/>
          </p:cNvSpPr>
          <p:nvPr>
            <p:ph type="title"/>
          </p:nvPr>
        </p:nvSpPr>
        <p:spPr>
          <a:xfrm>
            <a:off x="3246120" y="320040"/>
            <a:ext cx="7498079" cy="822960"/>
          </a:xfrm>
        </p:spPr>
        <p:txBody>
          <a:bodyPr lIns="0" tIns="0" rIns="0" bIns="0" anchor="ctr"/>
          <a:lstStyle/>
          <a:p>
            <a:pPr lvl="0"/>
            <a:r>
              <a:rPr lang="en-US"/>
              <a:t>INITIAL DIRECTION &amp; EXPECTED OUTCOME</a:t>
            </a:r>
          </a:p>
        </p:txBody>
      </p:sp>
      <p:sp>
        <p:nvSpPr>
          <p:cNvPr id="3" name="Team Badge">
            <a:extLst>
              <a:ext uri="{FF2B5EF4-FFF2-40B4-BE49-F238E27FC236}">
                <a16:creationId xmlns:a16="http://schemas.microsoft.com/office/drawing/2014/main" id="{9076B032-96D0-1446-5B80-6DFCC0EADAFD}"/>
              </a:ext>
            </a:extLst>
          </p:cNvPr>
          <p:cNvSpPr/>
          <p:nvPr/>
        </p:nvSpPr>
        <p:spPr>
          <a:xfrm>
            <a:off x="457200" y="320040"/>
            <a:ext cx="2606039" cy="822960"/>
          </a:xfrm>
          <a:custGeom>
            <a:avLst>
              <a:gd name="f0" fmla="val 288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9528" cap="flat">
            <a:solidFill>
              <a:srgbClr val="D3E6DD"/>
            </a:solidFill>
            <a:prstDash val="solid"/>
            <a:miter/>
          </a:ln>
        </p:spPr>
        <p:txBody>
          <a:bodyPr lIns="0" tIns="0" rIns="0" bIns="0"/>
          <a:lstStyle/>
          <a:p>
            <a:endParaRPr lang="en-US"/>
          </a:p>
        </p:txBody>
      </p:sp>
      <p:sp>
        <p:nvSpPr>
          <p:cNvPr id="4" name="Team Icon Hex">
            <a:extLst>
              <a:ext uri="{FF2B5EF4-FFF2-40B4-BE49-F238E27FC236}">
                <a16:creationId xmlns:a16="http://schemas.microsoft.com/office/drawing/2014/main" id="{BD7C995E-7F4C-47E0-AF1A-9CD46A0BA4E0}"/>
              </a:ext>
            </a:extLst>
          </p:cNvPr>
          <p:cNvSpPr/>
          <p:nvPr/>
        </p:nvSpPr>
        <p:spPr>
          <a:xfrm>
            <a:off x="603504" y="457200"/>
            <a:ext cx="630936" cy="548640"/>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F3F8F5"/>
          </a:solidFill>
          <a:ln w="9528" cap="flat">
            <a:solidFill>
              <a:srgbClr val="D3E6DD"/>
            </a:solidFill>
            <a:prstDash val="solid"/>
            <a:miter/>
          </a:ln>
        </p:spPr>
        <p:txBody>
          <a:bodyPr lIns="0" tIns="0" rIns="0" bIns="0"/>
          <a:lstStyle/>
          <a:p>
            <a:endParaRPr lang="en-US"/>
          </a:p>
        </p:txBody>
      </p:sp>
      <p:pic>
        <p:nvPicPr>
          <p:cNvPr id="5" name="Team Icon" descr="Team icon">
            <a:extLst>
              <a:ext uri="{FF2B5EF4-FFF2-40B4-BE49-F238E27FC236}">
                <a16:creationId xmlns:a16="http://schemas.microsoft.com/office/drawing/2014/main" id="{E58B09DF-7B9A-1974-F73C-A2D9C04C6AD7}"/>
              </a:ext>
            </a:extLst>
          </p:cNvPr>
          <p:cNvPicPr>
            <a:picLocks noChangeAspect="1"/>
          </p:cNvPicPr>
          <p:nvPr/>
        </p:nvPicPr>
        <p:blipFill>
          <a:blip r:embed="rId3"/>
          <a:stretch>
            <a:fillRect/>
          </a:stretch>
        </p:blipFill>
        <p:spPr>
          <a:xfrm>
            <a:off x="736092" y="548640"/>
            <a:ext cx="365760" cy="365760"/>
          </a:xfrm>
          <a:prstGeom prst="rect">
            <a:avLst/>
          </a:prstGeom>
          <a:noFill/>
          <a:ln cap="flat">
            <a:noFill/>
          </a:ln>
        </p:spPr>
      </p:pic>
      <p:sp>
        <p:nvSpPr>
          <p:cNvPr id="6" name="Team Name">
            <a:extLst>
              <a:ext uri="{FF2B5EF4-FFF2-40B4-BE49-F238E27FC236}">
                <a16:creationId xmlns:a16="http://schemas.microsoft.com/office/drawing/2014/main" id="{282FEF40-AF12-C7DE-5A02-D241A2312C18}"/>
              </a:ext>
            </a:extLst>
          </p:cNvPr>
          <p:cNvSpPr txBox="1"/>
          <p:nvPr/>
        </p:nvSpPr>
        <p:spPr>
          <a:xfrm>
            <a:off x="1371600" y="384048"/>
            <a:ext cx="1627632" cy="694944"/>
          </a:xfrm>
          <a:prstGeom prst="rect">
            <a:avLst/>
          </a:prstGeom>
          <a:noFill/>
          <a:ln cap="flat">
            <a:noFill/>
          </a:ln>
        </p:spPr>
        <p:txBody>
          <a:bodyPr vert="horz" wrap="square" lIns="0" tIns="0" rIns="0" bIns="0" anchor="ctr" anchorCtr="0" compatLnSpc="1">
            <a:norm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1" i="0" u="none" strike="noStrike" kern="0" cap="none" spc="300" baseline="0" dirty="0">
                <a:solidFill>
                  <a:srgbClr val="5B6F6B"/>
                </a:solidFill>
                <a:uFillTx/>
                <a:latin typeface="Calibri"/>
              </a:rPr>
              <a:t>TEAM</a:t>
            </a:r>
            <a:endParaRPr lang="en-US" sz="900" b="0" i="0" u="none" strike="noStrike" kern="1200" cap="none" spc="0" baseline="0" dirty="0">
              <a:solidFill>
                <a:srgbClr val="0E2A2F"/>
              </a:solidFill>
              <a:uFillTx/>
              <a:latin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IN" sz="1500" b="1" dirty="0">
                <a:solidFill>
                  <a:srgbClr val="026855"/>
                </a:solidFill>
                <a:latin typeface="Calibri"/>
              </a:rPr>
              <a:t>CODEHOLICS </a:t>
            </a:r>
            <a:endParaRPr lang="en-US" sz="900" b="0" i="0" u="none" strike="noStrike" kern="1200" cap="none" spc="0" baseline="0" dirty="0">
              <a:solidFill>
                <a:srgbClr val="0E2A2F"/>
              </a:solidFill>
              <a:uFillTx/>
              <a:latin typeface="Calibri"/>
            </a:endParaRPr>
          </a:p>
        </p:txBody>
      </p:sp>
      <p:sp>
        <p:nvSpPr>
          <p:cNvPr id="7" name="Lead Icon Hex">
            <a:extLst>
              <a:ext uri="{FF2B5EF4-FFF2-40B4-BE49-F238E27FC236}">
                <a16:creationId xmlns:a16="http://schemas.microsoft.com/office/drawing/2014/main" id="{F9F8D015-B238-0ECF-6BC4-3076B906A6FA}"/>
              </a:ext>
            </a:extLst>
          </p:cNvPr>
          <p:cNvSpPr/>
          <p:nvPr/>
        </p:nvSpPr>
        <p:spPr>
          <a:xfrm>
            <a:off x="548640" y="1463040"/>
            <a:ext cx="457200" cy="395935"/>
          </a:xfrm>
          <a:custGeom>
            <a:avLst>
              <a:gd name="f11" fmla="val 25000"/>
            </a:avLst>
            <a:gdLst>
              <a:gd name="f1" fmla="val 10800000"/>
              <a:gd name="f2" fmla="val 5400000"/>
              <a:gd name="f3" fmla="val 180"/>
              <a:gd name="f4" fmla="val w"/>
              <a:gd name="f5" fmla="val h"/>
              <a:gd name="f6" fmla="val ss"/>
              <a:gd name="f7" fmla="val 0"/>
              <a:gd name="f8" fmla="*/ 5419351 1 1725033"/>
              <a:gd name="f9" fmla="+- 0 0 1"/>
              <a:gd name="f10" fmla="val 115470"/>
              <a:gd name="f11" fmla="val 25000"/>
              <a:gd name="f12" fmla="+- 0 0 -180"/>
              <a:gd name="f13" fmla="+- 0 0 -360"/>
              <a:gd name="f14" fmla="abs f4"/>
              <a:gd name="f15" fmla="abs f5"/>
              <a:gd name="f16" fmla="abs f6"/>
              <a:gd name="f17" fmla="val f7"/>
              <a:gd name="f18" fmla="val f11"/>
              <a:gd name="f19" fmla="+- 3600000 f2 0"/>
              <a:gd name="f20" fmla="*/ f12 f1 1"/>
              <a:gd name="f21" fmla="*/ f13 f1 1"/>
              <a:gd name="f22" fmla="?: f14 f4 1"/>
              <a:gd name="f23" fmla="?: f15 f5 1"/>
              <a:gd name="f24" fmla="?: f16 f6 1"/>
              <a:gd name="f25" fmla="*/ f19 f8 1"/>
              <a:gd name="f26" fmla="*/ f20 1 f3"/>
              <a:gd name="f27" fmla="*/ f21 1 f3"/>
              <a:gd name="f28" fmla="*/ f22 1 21600"/>
              <a:gd name="f29" fmla="*/ f23 1 21600"/>
              <a:gd name="f30" fmla="*/ 21600 f22 1"/>
              <a:gd name="f31" fmla="*/ 21600 f23 1"/>
              <a:gd name="f32" fmla="*/ f25 1 f1"/>
              <a:gd name="f33" fmla="+- f26 0 f2"/>
              <a:gd name="f34" fmla="+- f27 0 f2"/>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1 1"/>
              <a:gd name="f46" fmla="*/ f39 f35 1"/>
              <a:gd name="f47" fmla="*/ f43 1 2"/>
              <a:gd name="f48" fmla="min f44 f43"/>
              <a:gd name="f49" fmla="*/ 50000 f44 1"/>
              <a:gd name="f50" fmla="*/ f45 1 f8"/>
              <a:gd name="f51" fmla="+- f17 f47 0"/>
              <a:gd name="f52" fmla="*/ f49 1 f48"/>
              <a:gd name="f53" fmla="*/ f47 f10 1"/>
              <a:gd name="f54" fmla="*/ f48 f18 1"/>
              <a:gd name="f55" fmla="+- f50 0 f2"/>
              <a:gd name="f56" fmla="*/ f53 1 100000"/>
              <a:gd name="f57" fmla="*/ f54 1 100000"/>
              <a:gd name="f58" fmla="sin 1 f55"/>
              <a:gd name="f59" fmla="*/ f52 f9 1"/>
              <a:gd name="f60" fmla="*/ f51 f35 1"/>
              <a:gd name="f61" fmla="+- f39 0 f57"/>
              <a:gd name="f62" fmla="+- 0 0 f58"/>
              <a:gd name="f63" fmla="*/ f59 1 2"/>
              <a:gd name="f64" fmla="*/ f57 f35 1"/>
              <a:gd name="f65" fmla="+- 0 0 f62"/>
              <a:gd name="f66" fmla="+- f18 f63 0"/>
              <a:gd name="f67" fmla="*/ f61 f35 1"/>
              <a:gd name="f68" fmla="*/ f65 f56 1"/>
              <a:gd name="f69" fmla="?: f66 4 2"/>
              <a:gd name="f70" fmla="?: f66 3 2"/>
              <a:gd name="f71" fmla="?: f66 f63 0"/>
              <a:gd name="f72" fmla="+- f51 0 f68"/>
              <a:gd name="f73" fmla="+- f51 f68 0"/>
              <a:gd name="f74" fmla="+- f18 f71 0"/>
              <a:gd name="f75" fmla="*/ f74 1 f63"/>
              <a:gd name="f76" fmla="*/ f72 f35 1"/>
              <a:gd name="f77" fmla="*/ f73 f35 1"/>
              <a:gd name="f78" fmla="*/ f75 f70 1"/>
              <a:gd name="f79" fmla="*/ f78 1 f9"/>
              <a:gd name="f80" fmla="+- f69 f79 0"/>
              <a:gd name="f81" fmla="*/ f44 f80 1"/>
              <a:gd name="f82" fmla="*/ f43 f80 1"/>
              <a:gd name="f83" fmla="*/ f81 1 24"/>
              <a:gd name="f84" fmla="*/ f82 1 24"/>
              <a:gd name="f85" fmla="+- f39 0 f83"/>
              <a:gd name="f86" fmla="+- f40 0 f84"/>
              <a:gd name="f87" fmla="*/ f83 f35 1"/>
              <a:gd name="f88" fmla="*/ f84 f35 1"/>
              <a:gd name="f89" fmla="*/ f85 f35 1"/>
              <a:gd name="f90" fmla="*/ f86 f35 1"/>
            </a:gdLst>
            <a:ahLst/>
            <a:cxnLst>
              <a:cxn ang="3cd4">
                <a:pos x="hc" y="t"/>
              </a:cxn>
              <a:cxn ang="0">
                <a:pos x="r" y="vc"/>
              </a:cxn>
              <a:cxn ang="cd4">
                <a:pos x="hc" y="b"/>
              </a:cxn>
              <a:cxn ang="cd2">
                <a:pos x="l" y="vc"/>
              </a:cxn>
              <a:cxn ang="f33">
                <a:pos x="f67" y="f77"/>
              </a:cxn>
              <a:cxn ang="f33">
                <a:pos x="f64" y="f77"/>
              </a:cxn>
              <a:cxn ang="f34">
                <a:pos x="f64" y="f76"/>
              </a:cxn>
              <a:cxn ang="f34">
                <a:pos x="f67" y="f76"/>
              </a:cxn>
            </a:cxnLst>
            <a:rect l="f87" t="f88" r="f89" b="f90"/>
            <a:pathLst>
              <a:path>
                <a:moveTo>
                  <a:pt x="f42" y="f60"/>
                </a:moveTo>
                <a:lnTo>
                  <a:pt x="f64" y="f76"/>
                </a:lnTo>
                <a:lnTo>
                  <a:pt x="f67" y="f76"/>
                </a:lnTo>
                <a:lnTo>
                  <a:pt x="f46" y="f60"/>
                </a:lnTo>
                <a:lnTo>
                  <a:pt x="f67" y="f77"/>
                </a:lnTo>
                <a:lnTo>
                  <a:pt x="f64" y="f77"/>
                </a:lnTo>
                <a:close/>
              </a:path>
            </a:pathLst>
          </a:custGeom>
          <a:solidFill>
            <a:srgbClr val="7AC143"/>
          </a:solidFill>
          <a:ln cap="flat">
            <a:noFill/>
            <a:prstDash val="solid"/>
          </a:ln>
        </p:spPr>
        <p:txBody>
          <a:bodyPr lIns="0" tIns="0" rIns="0" bIns="0"/>
          <a:lstStyle/>
          <a:p>
            <a:endParaRPr lang="en-US"/>
          </a:p>
        </p:txBody>
      </p:sp>
      <p:pic>
        <p:nvPicPr>
          <p:cNvPr id="8" name="Lead Icon" descr="Lightbulb icon">
            <a:extLst>
              <a:ext uri="{FF2B5EF4-FFF2-40B4-BE49-F238E27FC236}">
                <a16:creationId xmlns:a16="http://schemas.microsoft.com/office/drawing/2014/main" id="{2A8528B7-475C-2916-51A0-E53B214DFB20}"/>
              </a:ext>
            </a:extLst>
          </p:cNvPr>
          <p:cNvPicPr>
            <a:picLocks noChangeAspect="1"/>
          </p:cNvPicPr>
          <p:nvPr/>
        </p:nvPicPr>
        <p:blipFill>
          <a:blip r:embed="rId4"/>
          <a:stretch>
            <a:fillRect/>
          </a:stretch>
        </p:blipFill>
        <p:spPr>
          <a:xfrm>
            <a:off x="640080" y="1523390"/>
            <a:ext cx="274320" cy="274320"/>
          </a:xfrm>
          <a:prstGeom prst="rect">
            <a:avLst/>
          </a:prstGeom>
          <a:noFill/>
          <a:ln cap="flat">
            <a:noFill/>
          </a:ln>
        </p:spPr>
      </p:pic>
      <p:sp>
        <p:nvSpPr>
          <p:cNvPr id="9" name="Lead Text">
            <a:extLst>
              <a:ext uri="{FF2B5EF4-FFF2-40B4-BE49-F238E27FC236}">
                <a16:creationId xmlns:a16="http://schemas.microsoft.com/office/drawing/2014/main" id="{4029559B-5F37-47E4-6064-1D51590D1706}"/>
              </a:ext>
            </a:extLst>
          </p:cNvPr>
          <p:cNvSpPr txBox="1"/>
          <p:nvPr/>
        </p:nvSpPr>
        <p:spPr>
          <a:xfrm>
            <a:off x="1170432" y="1417320"/>
            <a:ext cx="9601200" cy="502920"/>
          </a:xfrm>
          <a:prstGeom prst="rect">
            <a:avLst/>
          </a:prstGeom>
          <a:noFill/>
          <a:ln cap="flat">
            <a:noFill/>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1200" cap="none" spc="0" baseline="0">
                <a:solidFill>
                  <a:srgbClr val="094542"/>
                </a:solidFill>
                <a:uFillTx/>
                <a:latin typeface="Calibri"/>
              </a:rPr>
              <a:t>What Is Your Expected Outcome?</a:t>
            </a:r>
            <a:endParaRPr lang="en-US" sz="1800" b="0" i="0" u="none" strike="noStrike" kern="1200" cap="none" spc="0" baseline="0">
              <a:solidFill>
                <a:srgbClr val="0E2A2F"/>
              </a:solidFill>
              <a:uFillTx/>
              <a:latin typeface="Calibri"/>
            </a:endParaRPr>
          </a:p>
        </p:txBody>
      </p:sp>
      <p:sp>
        <p:nvSpPr>
          <p:cNvPr id="10" name="Prompts">
            <a:extLst>
              <a:ext uri="{FF2B5EF4-FFF2-40B4-BE49-F238E27FC236}">
                <a16:creationId xmlns:a16="http://schemas.microsoft.com/office/drawing/2014/main" id="{D1CDD29E-FCFB-672E-E714-81B50E0EA6F0}"/>
              </a:ext>
            </a:extLst>
          </p:cNvPr>
          <p:cNvSpPr txBox="1"/>
          <p:nvPr/>
        </p:nvSpPr>
        <p:spPr>
          <a:xfrm>
            <a:off x="1101851" y="2194560"/>
            <a:ext cx="10424160" cy="2834640"/>
          </a:xfrm>
          <a:prstGeom prst="rect">
            <a:avLst/>
          </a:prstGeom>
          <a:noFill/>
          <a:ln cap="flat">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1000"/>
              </a:spcAft>
              <a:buNone/>
              <a:tabLst/>
              <a:defRPr sz="1800" b="0" i="0" u="none" strike="noStrike" kern="0" cap="none" spc="0" baseline="0">
                <a:solidFill>
                  <a:srgbClr val="000000"/>
                </a:solidFill>
                <a:uFillTx/>
              </a:defRPr>
            </a:pPr>
            <a:r>
              <a:rPr lang="en-US" sz="1800" b="1" i="0" u="none" strike="noStrike" kern="1200" cap="none" spc="0" baseline="0">
                <a:solidFill>
                  <a:srgbClr val="0E2A2F"/>
                </a:solidFill>
                <a:uFillTx/>
                <a:latin typeface="Calibri"/>
              </a:rPr>
              <a:t>Initial Direction</a:t>
            </a:r>
            <a:endParaRPr lang="en-US" sz="1800" b="0" i="0" u="none" strike="noStrike" kern="1200" cap="none" spc="0" baseline="0">
              <a:solidFill>
                <a:srgbClr val="0E2A2F"/>
              </a:solidFill>
              <a:uFillTx/>
              <a:latin typeface="Calibri"/>
            </a:endParaRPr>
          </a:p>
          <a:p>
            <a:pPr marL="279404" marR="0" lvl="0" indent="-279404" algn="l" defTabSz="914400" rtl="0" fontAlgn="auto" hangingPunct="1">
              <a:lnSpc>
                <a:spcPct val="100000"/>
              </a:lnSpc>
              <a:spcBef>
                <a:spcPts val="0"/>
              </a:spcBef>
              <a:spcAft>
                <a:spcPts val="1000"/>
              </a:spcAft>
              <a:buClr>
                <a:srgbClr val="026855"/>
              </a:buClr>
              <a:buSzPct val="100000"/>
              <a:buChar char="•"/>
              <a:tabLst/>
              <a:defRPr sz="1800" b="0" i="0" u="none" strike="noStrike" kern="0" cap="none" spc="0" baseline="0">
                <a:solidFill>
                  <a:srgbClr val="000000"/>
                </a:solidFill>
                <a:uFillTx/>
              </a:defRPr>
            </a:pPr>
            <a:r>
              <a:rPr lang="en-US" sz="1800" b="0" i="0" u="none" strike="noStrike" kern="1200" cap="none" spc="0" baseline="0">
                <a:solidFill>
                  <a:srgbClr val="0E2A2F"/>
                </a:solidFill>
                <a:uFillTx/>
                <a:latin typeface="Calibri"/>
              </a:rPr>
              <a:t> Design and build an automated, closed-loop plant care prototype that monitors soil moisture, NPK nutrients, and light, powered entirely by an off-grid solar and battery setup.</a:t>
            </a:r>
          </a:p>
          <a:p>
            <a:pPr marL="0" marR="0" lvl="0" indent="0" algn="l" defTabSz="914400" rtl="0" fontAlgn="auto" hangingPunct="1">
              <a:lnSpc>
                <a:spcPct val="100000"/>
              </a:lnSpc>
              <a:spcBef>
                <a:spcPts val="0"/>
              </a:spcBef>
              <a:spcAft>
                <a:spcPts val="1000"/>
              </a:spcAft>
              <a:buNone/>
              <a:tabLst/>
              <a:defRPr sz="1800" b="0" i="0" u="none" strike="noStrike" kern="0" cap="none" spc="0" baseline="0">
                <a:solidFill>
                  <a:srgbClr val="000000"/>
                </a:solidFill>
                <a:uFillTx/>
              </a:defRPr>
            </a:pPr>
            <a:r>
              <a:rPr lang="en-US" sz="1800" b="1" i="0" u="none" strike="noStrike" kern="1200" cap="none" spc="0" baseline="0">
                <a:solidFill>
                  <a:srgbClr val="0E2A2F"/>
                </a:solidFill>
                <a:uFillTx/>
                <a:latin typeface="Calibri"/>
              </a:rPr>
              <a:t>Expected Outcome</a:t>
            </a:r>
          </a:p>
          <a:p>
            <a:pPr marL="279404" marR="0" lvl="0" indent="-279404" algn="l" defTabSz="914400" rtl="0" fontAlgn="auto" hangingPunct="1">
              <a:lnSpc>
                <a:spcPct val="100000"/>
              </a:lnSpc>
              <a:spcBef>
                <a:spcPts val="0"/>
              </a:spcBef>
              <a:spcAft>
                <a:spcPts val="1000"/>
              </a:spcAft>
              <a:buClr>
                <a:srgbClr val="026855"/>
              </a:buClr>
              <a:buSzPct val="100000"/>
              <a:buChar char="•"/>
              <a:tabLst/>
              <a:defRPr sz="1800" b="0" i="0" u="none" strike="noStrike" kern="0" cap="none" spc="0" baseline="0">
                <a:solidFill>
                  <a:srgbClr val="000000"/>
                </a:solidFill>
                <a:uFillTx/>
              </a:defRPr>
            </a:pPr>
            <a:r>
              <a:rPr lang="en-US" sz="1800" b="0" i="0" u="none" strike="noStrike" kern="1200" cap="none" spc="0" baseline="0">
                <a:solidFill>
                  <a:srgbClr val="0E2A2F"/>
                </a:solidFill>
                <a:uFillTx/>
                <a:latin typeface="Calibri"/>
              </a:rPr>
              <a:t>A sustainable, hands-free plant management system that keeps plants healthy during owner absence without relying on the electrical grid.</a:t>
            </a:r>
          </a:p>
          <a:p>
            <a:pPr marL="279404" marR="0" lvl="0" indent="-279404" algn="l" defTabSz="914400" rtl="0" fontAlgn="auto" hangingPunct="1">
              <a:lnSpc>
                <a:spcPct val="100000"/>
              </a:lnSpc>
              <a:spcBef>
                <a:spcPts val="0"/>
              </a:spcBef>
              <a:spcAft>
                <a:spcPts val="1000"/>
              </a:spcAft>
              <a:buClr>
                <a:srgbClr val="026855"/>
              </a:buClr>
              <a:buSzPct val="100000"/>
              <a:buChar char="•"/>
              <a:tabLst/>
              <a:defRPr sz="1800" b="0" i="0" u="none" strike="noStrike" kern="0" cap="none" spc="0" baseline="0">
                <a:solidFill>
                  <a:srgbClr val="000000"/>
                </a:solidFill>
                <a:uFillTx/>
              </a:defRPr>
            </a:pPr>
            <a:endParaRPr lang="en-US" sz="1800" b="0" i="0" u="none" strike="noStrike" kern="1200" cap="none" spc="0" baseline="0">
              <a:solidFill>
                <a:srgbClr val="0E2A2F"/>
              </a:solidFill>
              <a:uFillTx/>
              <a:latin typeface="Calibri"/>
            </a:endParaRPr>
          </a:p>
        </p:txBody>
      </p:sp>
      <p:sp>
        <p:nvSpPr>
          <p:cNvPr id="11" name="Slide Number Placeholder 0">
            <a:extLst>
              <a:ext uri="{FF2B5EF4-FFF2-40B4-BE49-F238E27FC236}">
                <a16:creationId xmlns:a16="http://schemas.microsoft.com/office/drawing/2014/main" id="{11D46303-E1B2-9CDA-7836-24E3096F1087}"/>
              </a:ext>
            </a:extLst>
          </p:cNvPr>
          <p:cNvSpPr txBox="1">
            <a:spLocks noGrp="1"/>
          </p:cNvSpPr>
          <p:nvPr/>
        </p:nvSpPr>
        <p:spPr>
          <a:xfrm>
            <a:off x="11259007" y="6409944"/>
            <a:ext cx="457200" cy="395935"/>
          </a:xfrm>
          <a:prstGeom prst="rect">
            <a:avLst/>
          </a:prstGeom>
          <a:noFill/>
          <a:ln/>
        </p:spPr>
        <p:txBody>
          <a:bodyPr vert="horz" wrap="square" lIns="0" tIns="0" rIns="0" bIns="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24FE5926-3E81-40F0-90DF-CE651794BA4A}" type="slidenum">
              <a:rPr kumimoji="0" lang="en-US" sz="1100" b="1" i="0" u="none" strike="noStrike" kern="1200" cap="none" spc="0" normalizeH="0" baseline="0" noProof="0" smtClean="0">
                <a:ln>
                  <a:noFill/>
                </a:ln>
                <a:solidFill>
                  <a:srgbClr val="052B35"/>
                </a:solidFill>
                <a:effectLst/>
                <a:uLnTx/>
                <a:uFillTx/>
                <a:latin typeface="Calibri"/>
                <a:ea typeface="Calibri"/>
                <a:cs typeface="Calibri"/>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100" b="0" i="0" u="none" strike="noStrike" kern="1200" cap="none" spc="0" normalizeH="0" baseline="0" noProof="0">
              <a:ln>
                <a:noFill/>
              </a:ln>
              <a:solidFill>
                <a:srgbClr val="052B35"/>
              </a:solidFill>
              <a:effectLst/>
              <a:uLnTx/>
              <a:uFillTx/>
              <a:latin typeface="Calibri"/>
              <a:ea typeface="Calibri"/>
              <a:cs typeface="Calibri"/>
            </a:endParaRPr>
          </a:p>
        </p:txBody>
      </p:sp>
    </p:spTree>
  </p:cSld>
  <p:clrMapOvr>
    <a:masterClrMapping/>
  </p:clrMapOvr>
</p:sld>
</file>

<file path=ppt/theme/theme1.xml><?xml version="1.0" encoding="utf-8"?>
<a:theme xmlns:a="http://schemas.openxmlformats.org/drawingml/2006/main" name="Genesis Ideatho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523</TotalTime>
  <Words>956</Words>
  <Application>Microsoft Office PowerPoint</Application>
  <PresentationFormat>Widescreen</PresentationFormat>
  <Paragraphs>88</Paragraphs>
  <Slides>8</Slides>
  <Notes>8</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Guest User</cp:lastModifiedBy>
  <cp:revision>10</cp:revision>
  <dcterms:created xsi:type="dcterms:W3CDTF">2026-10-07T15:27:40Z</dcterms:created>
  <dcterms:modified xsi:type="dcterms:W3CDTF">2026-10-09T15:58:34Z</dcterms:modified>
</cp:coreProperties>
</file>